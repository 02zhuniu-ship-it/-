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2026-10-02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店铺/卖家：时光小店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链接：https://www.goofish.com/item?id=1077944651873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店铺/卖家：星星会闪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链接：https://www.goofish.com/item?id=1079542885162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超自然行动组罗森联动兑换码 【24小时自动发货】超自然行动组罗森联动兑换码头像框森友同行头套CDK联动活动限定  仅道具兑换码，无实物  商品已设置24小时自动发货，下单直接给兑换码，自助下单～～ 虚拟商品，发货后非商品原因不退不换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店铺/卖家：游戏兑换码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链接：https://www.goofish.com/item?id=1067135341402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超自然行动组摸金辅助【小熊猫】 超自然显棺除雾辅助，附带完整教程安卓可以拍！iOS，鸿蒙勿拍！❗  ❗   ❗无需问能不能用，能上架就是能用仅支持安卓系统！！！最新版本超自然辅助，我给你们测试过了，自带检测规避，目前检测不到，不封号注：给你们发的都是最新版，会持续更新        目前功能：除雾➕显⚰➕夜视➕透视➕显示金的位置➕怪物显示➕距离显示免责声明：本商品所标识的价格，是对本店搜集、整理资料以及本店运营必需的费用支付的适当补偿，资料索取者尊重版权方的知识产权，若遇到侵权投诉，本申明将作为申诉依据。仅供学习使用，不可商用，商用请在官方渠道支持。！【免责声明】01、本店上架的素材、资料、软件等，均来源于网络，版权归原作者所有，本店不对涉及的版权问题负法律责任。02、本费用为个人收集资料整理费，如有侵权请联系下架03、不支持退款，下单前看清需求，有问题随时聊✅可直接拍，人工发货✅由于资料具有可复制性，发货后不支持退款，感谢理解与支持，亲亲＾3＾祝您生活愉快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店铺/卖家：已读不回卡收货替我挡灾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链接：https://www.goofish.com/item?id=1060502239503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1.87r出【超自然行动组-中华小厨娘】cdk兑换码官方全渠 道可用![火][火]  官方CDK兑换，下单自动秒发兑换码 虚拟商品，付款后立马发[比心][比心]  【注意：如领取失败支持无理由退款】！！ 需要直接拍，链接还在就是还有货</a:t>
            </a:r>
          </a:p>
          <a:p>
            <a:pPr>
              <a:defRPr sz="1400"/>
            </a:pPr>
            <a:r>
              <a:t>价格：1.87    销量/想要：</a:t>
            </a:r>
          </a:p>
          <a:p>
            <a:pPr>
              <a:defRPr sz="1400"/>
            </a:pPr>
            <a:r>
              <a:t>店铺/卖家：爩鱻麤龗灪厵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链接：https://www.goofish.com/item?id=1043438047952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 盲盒永久号 祝宝子出金皮哈  已绑定邮箱  可绑电话号 可以改密码 可换绑 可占id 可V付 V付看主页简介备注来意 概率出金皮紫皮道具皮等！！！新增红运卡号马年限定皮号！！还有铲铲币号！ 保底： 小白号 标价为一个号 盲盒不退不换，不要拖确定收货！...</a:t>
            </a:r>
          </a:p>
          <a:p>
            <a:pPr>
              <a:defRPr sz="1400"/>
            </a:pPr>
            <a:r>
              <a:t>价格：4    销量/想要：</a:t>
            </a:r>
          </a:p>
          <a:p>
            <a:pPr>
              <a:defRPr sz="1400"/>
            </a:pPr>
            <a:r>
              <a:t>店铺/卖家：叙寒寂寥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链接：https://www.goofish.com/item?id=1038185737168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超自然桃心/火花/信标荧光棒 超自然行动组桃心/花火/信标荧光棒 三种荧光棒可混，6包起拍 无人房撞车，输房间号进房即可 板板需自己进图凑路费，期间死掉是不补的 包撤离每局+0.5，板板蹲车即可 虚拟道具，拍下私聊排单，未成年人禁拍 虚拟服务拍下不退不换 有需要可私聊，...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店铺/卖家：Toska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链接：https://www.goofish.com/item?id=1076276199047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【签到免费领】【瑶台梦皮肤兑换码】超自然行动组莉莉限定皮肤+ 同款小兔宠物 【瑶台梦皮肤兑换码】超自然行动组莉莉限定皮肤+同款小兔宠物 官方渠道兑换码，虚拟商品，拍下秒发，安卓苹果都能用 不是账号，是皮肤兑换码，拿到就能直接用 数量有限，先到先得 有问题随时聊，喜欢直接拍</a:t>
            </a:r>
          </a:p>
          <a:p>
            <a:pPr>
              <a:defRPr sz="1400"/>
            </a:pPr>
            <a:r>
              <a:t>价格：2.87    销量/想要：</a:t>
            </a:r>
          </a:p>
          <a:p>
            <a:pPr>
              <a:defRPr sz="1400"/>
            </a:pPr>
            <a:r>
              <a:t>店铺/卖家：卢萨卡游泳琥珀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链接：https://www.goofish.com/item?id=1054554287019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店铺/卖家：发发哥啊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链接：https://www.goofish.com/item?id=1079541405211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