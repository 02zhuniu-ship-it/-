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0"/>
            <a:ext cx="10698480" cy="1463040"/>
          </a:xfrm>
          <a:prstGeom prst="rect">
            <a:avLst/>
          </a:prstGeom>
          <a:noFill/>
        </p:spPr>
        <p:txBody>
          <a:bodyPr wrap="none">
            <a:spAutoFit/>
          </a:bodyPr>
          <a:lstStyle/>
          <a:p/>
          <a:p>
            <a:pPr>
              <a:defRPr sz="3600" b="1"/>
            </a:pPr>
            <a:r>
              <a:t>淘宝同行爆款分析</a:t>
            </a:r>
          </a:p>
          <a:p>
            <a:pPr>
              <a:defRPr sz="1800"/>
            </a:pPr>
            <a:r>
              <a:t>2026-10-11  ·  15 个商品</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#1  正版卡遊超自然行動組卡片趣影包2元包收藏卡牌兩元卡包遊戲周邊</a:t>
            </a:r>
          </a:p>
          <a:p>
            <a:pPr>
              <a:defRPr sz="1400"/>
            </a:pPr>
            <a:r>
              <a:t>价格：39.8    销量/想要：1</a:t>
            </a:r>
          </a:p>
          <a:p>
            <a:pPr>
              <a:defRPr sz="1400"/>
            </a:pPr>
            <a:r>
              <a:t>店铺/卖家：赤寶母嬰專營店    发货地：</a:t>
            </a:r>
          </a:p>
          <a:p>
            <a:pPr>
              <a:defRPr sz="1400"/>
            </a:pPr>
            <a:r>
              <a:t>SKU：详情页存在登录墙，无法解析SKU选择器</a:t>
            </a:r>
          </a:p>
          <a:p>
            <a:pPr>
              <a:defRPr sz="1400"/>
            </a:pPr>
            <a:r>
              <a:t>卖点：包</a:t>
            </a:r>
          </a:p>
          <a:p>
            <a:pPr>
              <a:defRPr sz="1400"/>
            </a:pPr>
            <a:r>
              <a:t>链接：https://world.taobao.com/item/1080822682056.htm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#2  【現貨】超自然行動組 怪怪奇奇系列 馬口鐵徽章 吧唧 官谷 周邊</a:t>
            </a:r>
          </a:p>
          <a:p>
            <a:pPr>
              <a:defRPr sz="1400"/>
            </a:pPr>
            <a:r>
              <a:t>价格：15    销量/想要：2</a:t>
            </a:r>
          </a:p>
          <a:p>
            <a:pPr>
              <a:defRPr sz="1400"/>
            </a:pPr>
            <a:r>
              <a:t>店铺/卖家：超自然行動組旗艦店    发货地：</a:t>
            </a:r>
          </a:p>
          <a:p>
            <a:pPr>
              <a:defRPr sz="1400"/>
            </a:pPr>
            <a:r>
              <a:t>SKU：详情页存在登录墙，无法解析SKU选择器</a:t>
            </a:r>
          </a:p>
          <a:p>
            <a:pPr>
              <a:defRPr sz="1400"/>
            </a:pPr>
            <a:r>
              <a:t>卖点：待核验</a:t>
            </a:r>
          </a:p>
          <a:p>
            <a:pPr>
              <a:defRPr sz="1400"/>
            </a:pPr>
            <a:r>
              <a:t>链接：https://world.taobao.com/item/1036383446543.htm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#3  超自然行動組剷剷幣號初始號超自然1億剷剷幣號新手號可自動發貨</a:t>
            </a:r>
          </a:p>
          <a:p>
            <a:pPr>
              <a:defRPr sz="1400"/>
            </a:pPr>
            <a:r>
              <a:t>价格：6    销量/想要：3</a:t>
            </a:r>
          </a:p>
          <a:p>
            <a:pPr>
              <a:defRPr sz="1400"/>
            </a:pPr>
            <a:r>
              <a:t>店铺/卖家：樂享遊戲工作室    发货地：</a:t>
            </a:r>
          </a:p>
          <a:p>
            <a:pPr>
              <a:defRPr sz="1400"/>
            </a:pPr>
            <a:r>
              <a:t>SKU：详情页存在登录墙，无法解析SKU选择器</a:t>
            </a:r>
          </a:p>
          <a:p>
            <a:pPr>
              <a:defRPr sz="1400"/>
            </a:pPr>
            <a:r>
              <a:t>卖点：待核验</a:t>
            </a:r>
          </a:p>
          <a:p>
            <a:pPr>
              <a:defRPr sz="1400"/>
            </a:pPr>
            <a:r>
              <a:t>链接：https://world.taobao.com/item/1002598902343.htm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#4  【自動充值】超自然行動組10 60 300 680 980 1980 6480金磚充值</a:t>
            </a:r>
          </a:p>
          <a:p>
            <a:pPr>
              <a:defRPr sz="1400"/>
            </a:pPr>
            <a:r>
              <a:t>价格：1.3    销量/想要：4</a:t>
            </a:r>
          </a:p>
          <a:p>
            <a:pPr>
              <a:defRPr sz="1400"/>
            </a:pPr>
            <a:r>
              <a:t>店铺/卖家：西玩網路遊戲點數卡專營店    发货地：</a:t>
            </a:r>
          </a:p>
          <a:p>
            <a:pPr>
              <a:defRPr sz="1400"/>
            </a:pPr>
            <a:r>
              <a:t>SKU：详情页存在登录墙，无法解析SKU选择器</a:t>
            </a:r>
          </a:p>
          <a:p>
            <a:pPr>
              <a:defRPr sz="1400"/>
            </a:pPr>
            <a:r>
              <a:t>卖点：待核验</a:t>
            </a:r>
          </a:p>
          <a:p>
            <a:pPr>
              <a:defRPr sz="1400"/>
            </a:pPr>
            <a:r>
              <a:t>链接：https://world.taobao.com/item/1030111739006.htm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#5  超自然行動組剷剷號資源號安卓蘋果官服號可換綁1億剷剷幣帳號</a:t>
            </a:r>
          </a:p>
          <a:p>
            <a:pPr>
              <a:defRPr sz="1400"/>
            </a:pPr>
            <a:r>
              <a:t>价格：0.6    销量/想要：5</a:t>
            </a:r>
          </a:p>
          <a:p>
            <a:pPr>
              <a:defRPr sz="1400"/>
            </a:pPr>
            <a:r>
              <a:t>店铺/卖家：002光遇愛心    发货地：</a:t>
            </a:r>
          </a:p>
          <a:p>
            <a:pPr>
              <a:defRPr sz="1400"/>
            </a:pPr>
            <a:r>
              <a:t>SKU：详情页存在登录墙，无法解析SKU选择器</a:t>
            </a:r>
          </a:p>
          <a:p>
            <a:pPr>
              <a:defRPr sz="1400"/>
            </a:pPr>
            <a:r>
              <a:t>卖点：待核验</a:t>
            </a:r>
          </a:p>
          <a:p>
            <a:pPr>
              <a:defRPr sz="1400"/>
            </a:pPr>
            <a:r>
              <a:t>链接：https://world.taobao.com/item/992441134148.htm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#6  超自然行動組金磚代充特權卡豪華魔盒30 68 128 328 648 60</a:t>
            </a:r>
          </a:p>
          <a:p>
            <a:pPr>
              <a:defRPr sz="1400"/>
            </a:pPr>
            <a:r>
              <a:t>价格：30    销量/想要：6</a:t>
            </a:r>
          </a:p>
          <a:p>
            <a:pPr>
              <a:defRPr sz="1400"/>
            </a:pPr>
            <a:r>
              <a:t>店铺/卖家：李白遊戲充值服務    发货地：</a:t>
            </a:r>
          </a:p>
          <a:p>
            <a:pPr>
              <a:defRPr sz="1400"/>
            </a:pPr>
            <a:r>
              <a:t>SKU：详情页存在登录墙，无法解析SKU选择器</a:t>
            </a:r>
          </a:p>
          <a:p>
            <a:pPr>
              <a:defRPr sz="1400"/>
            </a:pPr>
            <a:r>
              <a:t>卖点：待核验</a:t>
            </a:r>
          </a:p>
          <a:p>
            <a:pPr>
              <a:defRPr sz="1400"/>
            </a:pPr>
            <a:r>
              <a:t>链接：https://world.taobao.com/item/945145533254.htm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#7  超自然行動組剷剷幣初始號1億剷剷幣號5000W新手帳號安卓蘋果官服</a:t>
            </a:r>
          </a:p>
          <a:p>
            <a:pPr>
              <a:defRPr sz="1400"/>
            </a:pPr>
            <a:r>
              <a:t>价格：1.98    销量/想要：7</a:t>
            </a:r>
          </a:p>
          <a:p>
            <a:pPr>
              <a:defRPr sz="1400"/>
            </a:pPr>
            <a:r>
              <a:t>店铺/卖家：薇薇網路遊戲雜貨店    发货地：</a:t>
            </a:r>
          </a:p>
          <a:p>
            <a:pPr>
              <a:defRPr sz="1400"/>
            </a:pPr>
            <a:r>
              <a:t>SKU：详情页存在登录墙，无法解析SKU选择器</a:t>
            </a:r>
          </a:p>
          <a:p>
            <a:pPr>
              <a:defRPr sz="1400"/>
            </a:pPr>
            <a:r>
              <a:t>卖点：待核验</a:t>
            </a:r>
          </a:p>
          <a:p>
            <a:pPr>
              <a:defRPr sz="1400"/>
            </a:pPr>
            <a:r>
              <a:t>链接：https://world.taobao.com/item/1046229228955.htm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#8  【自動充值】超自然行動組60 300 680 980 1980 6480金磚充值</a:t>
            </a:r>
          </a:p>
          <a:p>
            <a:pPr>
              <a:defRPr sz="1400"/>
            </a:pPr>
            <a:r>
              <a:t>价格：6.5    销量/想要：8</a:t>
            </a:r>
          </a:p>
          <a:p>
            <a:pPr>
              <a:defRPr sz="1400"/>
            </a:pPr>
            <a:r>
              <a:t>店铺/卖家：槓掌生活服務專營店    发货地：</a:t>
            </a:r>
          </a:p>
          <a:p>
            <a:pPr>
              <a:defRPr sz="1400"/>
            </a:pPr>
            <a:r>
              <a:t>SKU：详情页存在登录墙，无法解析SKU选择器</a:t>
            </a:r>
          </a:p>
          <a:p>
            <a:pPr>
              <a:defRPr sz="1400"/>
            </a:pPr>
            <a:r>
              <a:t>卖点：待核验</a:t>
            </a:r>
          </a:p>
          <a:p>
            <a:pPr>
              <a:defRPr sz="1400"/>
            </a:pPr>
            <a:r>
              <a:t>链接：https://world.taobao.com/item/1029942448279.htm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#9  超自然行動組金磚代充 30元316金磚 工號充值 活動獎勵同步ID直充</a:t>
            </a:r>
          </a:p>
          <a:p>
            <a:pPr>
              <a:defRPr sz="1400"/>
            </a:pPr>
            <a:r>
              <a:t>价格：25.98    销量/想要：9</a:t>
            </a:r>
          </a:p>
          <a:p>
            <a:pPr>
              <a:defRPr sz="1400"/>
            </a:pPr>
            <a:r>
              <a:t>店铺/卖家：鼎貴遊戲    发货地：</a:t>
            </a:r>
          </a:p>
          <a:p>
            <a:pPr>
              <a:defRPr sz="1400"/>
            </a:pPr>
            <a:r>
              <a:t>SKU：详情页存在登录墙，无法解析SKU选择器</a:t>
            </a:r>
          </a:p>
          <a:p>
            <a:pPr>
              <a:defRPr sz="1400"/>
            </a:pPr>
            <a:r>
              <a:t>卖点：待核验</a:t>
            </a:r>
          </a:p>
          <a:p>
            <a:pPr>
              <a:defRPr sz="1400"/>
            </a:pPr>
            <a:r>
              <a:t>链接：https://world.taobao.com/item/1065154775616.htm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#10  超自然行動組1億剷剷號資源號安卓蘋果官服號可換綁剷剷幣帳號</a:t>
            </a:r>
          </a:p>
          <a:p>
            <a:pPr>
              <a:defRPr sz="1400"/>
            </a:pPr>
            <a:r>
              <a:t>价格：0.6    销量/想要：10</a:t>
            </a:r>
          </a:p>
          <a:p>
            <a:pPr>
              <a:defRPr sz="1400"/>
            </a:pPr>
            <a:r>
              <a:t>店铺/卖家：超自然剷剷幣號    发货地：</a:t>
            </a:r>
          </a:p>
          <a:p>
            <a:pPr>
              <a:defRPr sz="1400"/>
            </a:pPr>
            <a:r>
              <a:t>SKU：详情页存在登录墙，无法解析SKU选择器</a:t>
            </a:r>
          </a:p>
          <a:p>
            <a:pPr>
              <a:defRPr sz="1400"/>
            </a:pPr>
            <a:r>
              <a:t>卖点：待核验</a:t>
            </a:r>
          </a:p>
          <a:p>
            <a:pPr>
              <a:defRPr sz="1400"/>
            </a:pPr>
            <a:r>
              <a:t>链接：https://world.taobao.com/item/1041905004350.htm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#11  【自動充值】超自然行動組10 60 300 680 980 1980 6480金磚充值</a:t>
            </a:r>
          </a:p>
          <a:p>
            <a:pPr>
              <a:defRPr sz="1400"/>
            </a:pPr>
            <a:r>
              <a:t>价格：1.3    销量/想要：11</a:t>
            </a:r>
          </a:p>
          <a:p>
            <a:pPr>
              <a:defRPr sz="1400"/>
            </a:pPr>
            <a:r>
              <a:t>店铺/卖家：西玩網路遊戲點數卡專營店    发货地：</a:t>
            </a:r>
          </a:p>
          <a:p>
            <a:pPr>
              <a:defRPr sz="1400"/>
            </a:pPr>
            <a:r>
              <a:t>SKU：详情页存在登录墙，无法解析SKU选择器</a:t>
            </a:r>
          </a:p>
          <a:p>
            <a:pPr>
              <a:defRPr sz="1400"/>
            </a:pPr>
            <a:r>
              <a:t>卖点：待核验</a:t>
            </a:r>
          </a:p>
          <a:p>
            <a:pPr>
              <a:defRPr sz="1400"/>
            </a:pPr>
            <a:r>
              <a:t>链接：https://world.taobao.com/item/1031707681736.htm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#12  超自然行動組剷剷幣號剷剷幣帳號管服手機PC通用可換綁1億剷剷幣</a:t>
            </a:r>
          </a:p>
          <a:p>
            <a:pPr>
              <a:defRPr sz="1400"/>
            </a:pPr>
            <a:r>
              <a:t>价格：6    销量/想要：12</a:t>
            </a:r>
          </a:p>
          <a:p>
            <a:pPr>
              <a:defRPr sz="1400"/>
            </a:pPr>
            <a:r>
              <a:t>店铺/卖家：樂享遊戲工作室    发货地：</a:t>
            </a:r>
          </a:p>
          <a:p>
            <a:pPr>
              <a:defRPr sz="1400"/>
            </a:pPr>
            <a:r>
              <a:t>SKU：详情页存在登录墙，无法解析SKU选择器</a:t>
            </a:r>
          </a:p>
          <a:p>
            <a:pPr>
              <a:defRPr sz="1400"/>
            </a:pPr>
            <a:r>
              <a:t>卖点：待核验</a:t>
            </a:r>
          </a:p>
          <a:p>
            <a:pPr>
              <a:defRPr sz="1400"/>
            </a:pPr>
            <a:r>
              <a:t>链接：https://world.taobao.com/item/1063547557024.htm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#13  【自動充值】超自然行動組10 60 300 680 980 1980 6480金磚充值</a:t>
            </a:r>
          </a:p>
          <a:p>
            <a:pPr>
              <a:defRPr sz="1400"/>
            </a:pPr>
            <a:r>
              <a:t>价格：1.3    销量/想要：13</a:t>
            </a:r>
          </a:p>
          <a:p>
            <a:pPr>
              <a:defRPr sz="1400"/>
            </a:pPr>
            <a:r>
              <a:t>店铺/卖家：槓掌生活服務專營店    发货地：</a:t>
            </a:r>
          </a:p>
          <a:p>
            <a:pPr>
              <a:defRPr sz="1400"/>
            </a:pPr>
            <a:r>
              <a:t>SKU：详情页存在登录墙，无法解析SKU选择器</a:t>
            </a:r>
          </a:p>
          <a:p>
            <a:pPr>
              <a:defRPr sz="1400"/>
            </a:pPr>
            <a:r>
              <a:t>卖点：待核验</a:t>
            </a:r>
          </a:p>
          <a:p>
            <a:pPr>
              <a:defRPr sz="1400"/>
            </a:pPr>
            <a:r>
              <a:t>链接：https://world.taobao.com/item/1027545407774.htm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#14  超自然行動組手遊蟲谷龍宮古蜀四隊無人房人頭房可帶人摸水晶一局</a:t>
            </a:r>
          </a:p>
          <a:p>
            <a:pPr>
              <a:defRPr sz="1400"/>
            </a:pPr>
            <a:r>
              <a:t>价格：0.58    销量/想要：14</a:t>
            </a:r>
          </a:p>
          <a:p>
            <a:pPr>
              <a:defRPr sz="1400"/>
            </a:pPr>
            <a:r>
              <a:t>店铺/卖家：先鋒雲遊    发货地：</a:t>
            </a:r>
          </a:p>
          <a:p>
            <a:pPr>
              <a:defRPr sz="1400"/>
            </a:pPr>
            <a:r>
              <a:t>SKU：详情页存在登录墙，无法解析SKU选择器</a:t>
            </a:r>
          </a:p>
          <a:p>
            <a:pPr>
              <a:defRPr sz="1400"/>
            </a:pPr>
            <a:r>
              <a:t>卖点：待核验</a:t>
            </a:r>
          </a:p>
          <a:p>
            <a:pPr>
              <a:defRPr sz="1400"/>
            </a:pPr>
            <a:r>
              <a:t>链接：https://world.taobao.com/item/1078276353787.htm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6126480"/>
          </a:xfrm>
          <a:prstGeom prst="rect">
            <a:avLst/>
          </a:prstGeom>
          <a:noFill/>
        </p:spPr>
        <p:txBody>
          <a:bodyPr wrap="square">
            <a:spAutoFit/>
          </a:bodyPr>
          <a:lstStyle/>
          <a:p/>
          <a:p>
            <a:pPr>
              <a:defRPr sz="1800" b="1"/>
            </a:pPr>
            <a:r>
              <a:t>#15  超自然行動組剷剷幣號1000w-1億可免費改名可換綁</a:t>
            </a:r>
          </a:p>
          <a:p>
            <a:pPr>
              <a:defRPr sz="1400"/>
            </a:pPr>
            <a:r>
              <a:t>价格：0.8    销量/想要：15</a:t>
            </a:r>
          </a:p>
          <a:p>
            <a:pPr>
              <a:defRPr sz="1400"/>
            </a:pPr>
            <a:r>
              <a:t>店铺/卖家：鵬鵬超自然小店    发货地：</a:t>
            </a:r>
          </a:p>
          <a:p>
            <a:pPr>
              <a:defRPr sz="1400"/>
            </a:pPr>
            <a:r>
              <a:t>SKU：详情页存在登录墙，无法解析SKU选择器</a:t>
            </a:r>
          </a:p>
          <a:p>
            <a:pPr>
              <a:defRPr sz="1400"/>
            </a:pPr>
            <a:r>
              <a:t>卖点：待核验</a:t>
            </a:r>
          </a:p>
          <a:p>
            <a:pPr>
              <a:defRPr sz="1400"/>
            </a:pPr>
            <a:r>
              <a:t>链接：https://world.taobao.com/item/1057307932072.htm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