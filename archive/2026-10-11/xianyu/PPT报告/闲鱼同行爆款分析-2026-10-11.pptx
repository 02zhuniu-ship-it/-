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/>
            </a:pPr>
            <a:r>
              <a:t>闲鱼同行爆款分析</a:t>
            </a:r>
          </a:p>
          <a:p>
            <a:pPr>
              <a:defRPr sz="1800"/>
            </a:pPr>
            <a:r>
              <a:t>2026-10-11  ·  15 个商品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  1.56r出【超自然行动组-中华小厨娘】兑换码 官方全渠道可用！ 官方CDK兑换，下单自动秒发兑换码 虚拟商品，付款后立马发 注意：如领取失败支持无理由退款 需要直接拍，有问题随时私聊</a:t>
            </a:r>
          </a:p>
          <a:p>
            <a:pPr>
              <a:defRPr sz="1400"/>
            </a:pPr>
            <a:r>
              <a:t>价格：1.56    销量/想要：</a:t>
            </a:r>
          </a:p>
          <a:p>
            <a:pPr>
              <a:defRPr sz="1400"/>
            </a:pPr>
            <a:r>
              <a:t>店铺/卖家：你最爱的票卷bb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链接：https://www.goofish.com/item?id=1084414636105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#2  超自然行动组【小熊猫，血C,维雨，繁星，神威】 【24小时自动发货】无需问在不在，全天拍下秒发货 超自然显棺除雾，附带完整教程  安卓可以拍！ iOS，鸿蒙勿拍！ ❗  ❗   ❗  无需问能不能用，能上架就是能用 仅支持安卓系统！！！新版本超自然，小熊猫，维雨，Dany，血C，等等...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店铺/卖家：网络通讯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链接：https://www.goofish.com/item?id=1064487244282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#3  超自然行动组出号，标价出不刀 超自然行动组出号，标价出不刀 小黄遗失的童话/故宫皮+莉莉情公主 +薇薇安128魔盒+阿念128魔盒/故宫皮 +巫铃儿素影瑶光+爱丽丝故宫皮/丝缕哀歌 小黄耀世9抽 薇薇安耀世6抽 小鲨匕首5抽 小狗蛇点点3抽 现赛季魔盒满级，铲铲币几...</a:t>
            </a:r>
          </a:p>
          <a:p>
            <a:pPr>
              <a:defRPr sz="1400"/>
            </a:pPr>
            <a:r>
              <a:t>价格：2.16    销量/想要：</a:t>
            </a:r>
          </a:p>
          <a:p>
            <a:pPr>
              <a:defRPr sz="1400"/>
            </a:pPr>
            <a:r>
              <a:t>店铺/卖家：后晋摩羯座海笋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链接：https://www.goofish.com/item?id=1089708277442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#4  超自然行动组安卓摸金辅助9.20号更新，每天都更新，摸金流畅 不闪退，能拍就能用 晚点收货可以，卡两三天不收货或者一直不收货的不要拍了，有问题先看里面教程不会再问我，没回就是在睡觉，但是是自动发货 支持全图除雾+全图显棺+夜视+物资显示 教会安装+使用  鸿蒙用不了，ios必定用不了，不支持PC  ...</a:t>
            </a:r>
          </a:p>
          <a:p>
            <a:pPr>
              <a:defRPr sz="1400"/>
            </a:pPr>
            <a:r>
              <a:t>价格：2.88    销量/想要：</a:t>
            </a:r>
          </a:p>
          <a:p>
            <a:pPr>
              <a:defRPr sz="1400"/>
            </a:pPr>
            <a:r>
              <a:t>店铺/卖家：芜湖湖湖湖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链接：https://www.goofish.com/item?id=1083881091430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#5  (自动发货)超自然行动组沧海之遗官方兑换码 限时福利，只卖15人，手慢无 兑换成功可获得超自然行动组沧海之遗  一人限拍一单 拍下秒发兑换码，虚拟商品，直接到账操作简单，全平台互通安卓苹果都能用 拍下后会发兑换码 根据教程进行兑换如果兑换失败支持无理由退款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店铺/卖家：念宝游戏店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链接：https://www.goofish.com/item?id=1088546032569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#6  超自然行动组代肝铲铲币 上号肝  纯手工0.5r/100W 5r/1000W 10r/2000W</a:t>
            </a:r>
          </a:p>
          <a:p>
            <a:pPr>
              <a:defRPr sz="1400"/>
            </a:pPr>
            <a:r>
              <a:t>价格：5    销量/想要：</a:t>
            </a:r>
          </a:p>
          <a:p>
            <a:pPr>
              <a:defRPr sz="1400"/>
            </a:pPr>
            <a:r>
              <a:t>店铺/卖家：爱总孤单单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链接：https://www.goofish.com/item?id=1088020329390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#7  超自然2.88永久极品盲盒号（两天内可免费换绑） 库存不多（ 拍下秒发）（特惠活动）   2.88是特价活动（24小时自动发货 )   宝宝们可以许愿哈（许愿概率增加5％）   概率出红皮 绝版限定皮肤 新年限定皮肤（非免费改名）   高概率开出金皮 紫皮 道具皮肤 1亿+ 铲铲币号等   低概率出隐...</a:t>
            </a:r>
          </a:p>
          <a:p>
            <a:pPr>
              <a:defRPr sz="1400"/>
            </a:pPr>
            <a:r>
              <a:t>价格：2.58    销量/想要：</a:t>
            </a:r>
          </a:p>
          <a:p>
            <a:pPr>
              <a:defRPr sz="1400"/>
            </a:pPr>
            <a:r>
              <a:t>店铺/卖家：火山星看综艺的雪蟹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链接：https://www.goofish.com/item?id=1069959485577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#8  【安卓玩家必备！】超自然行动组辅助合集｜安卓专用｜功能全｜持 续更新  辅助合集里各种功能都有，地图显棺、除雾、夜视、导航、虚拟传送、加速、拾取、范围近战啥都有，主播同款，市面有的功能基本全了，部分功能还在持续更新，买一次就够用！  虚拟商品，拍下秒发，操作简单，不用root，直接用，省心省力～  有...</a:t>
            </a:r>
          </a:p>
          <a:p>
            <a:pPr>
              <a:defRPr sz="1400"/>
            </a:pPr>
            <a:r>
              <a:t>价格：6.66    销量/想要：</a:t>
            </a:r>
          </a:p>
          <a:p>
            <a:pPr>
              <a:defRPr sz="1400"/>
            </a:pPr>
            <a:r>
              <a:t>店铺/卖家：小怀店铺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链接：https://www.goofish.com/item?id=1086584936390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#9  超自然行动组爱丽丝薯牌甜心兑换码 甜肌皮肤+铲铲金币+个人主页点赞+灵约  苹果和安卓系统都兼容，属于虚拟物品，下单后立刻发送兑换码，操作方便，安全可靠～  有兴趣直接下单，具体细节请私信询问</a:t>
            </a:r>
          </a:p>
          <a:p>
            <a:pPr>
              <a:defRPr sz="1400"/>
            </a:pPr>
            <a:r>
              <a:t>价格：1.37    销量/想要：</a:t>
            </a:r>
          </a:p>
          <a:p>
            <a:pPr>
              <a:defRPr sz="1400"/>
            </a:pPr>
            <a:r>
              <a:t>店铺/卖家：你最爱的票卷bb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链接：https://www.goofish.com/item?id=1088857014535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#10  超自然行动组铲铲币 农场送花=赠送铲铲币 超自然最新更新：一天只能收10朵花，游戏规则，安全高效速度快，1分钟一百万 下单流程：下单--发送链接--确定能实时收 花-填写工号提交--农场等待收花  下列词借流用 逍遥 薇薇安 圣光之渝 赤练将军 巫灵儿 厄狼...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店铺/卖家：超自然产产币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链接：https://www.goofish.com/item?id=1087364778253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#11  超自然行动组饿了么联动头套兑换码 淘宝闪购联动头套 拍下秒发兑换码，虚拟商品，直接到账 安卓苹果都能用，操作简单  拍下后会发兑换码 根据教程进行兑换 如果兑换失败支持无理由退款 链接在就是有货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店铺/卖家：虎鲸卡劵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链接：https://www.goofish.com/item?id=1069030833276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#12  小帮手         超自然行动组 天卡 3.8，周卡 18，月卡 48直拍默认天卡买月卡送  1000 币号只处理卡密问题送安装包          [红圆]软件跑路/不更新/无法使用等情况与本店无关，本店仅保证卡密正确，不负责/不解决软件任何问题，不提供安装调试等服务iOS 勿拍华为荣耀谨慎下单，不一定能玩。</a:t>
            </a:r>
          </a:p>
          <a:p>
            <a:pPr>
              <a:defRPr sz="1400"/>
            </a:pPr>
            <a:r>
              <a:t>价格：3.8    销量/想要：</a:t>
            </a:r>
          </a:p>
          <a:p>
            <a:pPr>
              <a:defRPr sz="1400"/>
            </a:pPr>
            <a:r>
              <a:t>店铺/卖家：悠逆I卡收货4000加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链接：https://www.goofish.com/item?id=1087938239642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#13  超自然行动组安卓摸金辅助9.15号更新 • 摸金流畅不闪退，永久包更新 • 视频效果为9.8录制的 有共存版安装包 iQOO 小米 vivo OPPO可用，荣耀部分可用 这些系列平板也可以  支持功能  • 支持全图除雾+全图显棺+夜视+物资显示+...</a:t>
            </a:r>
          </a:p>
          <a:p>
            <a:pPr>
              <a:defRPr sz="1400"/>
            </a:pPr>
            <a:r>
              <a:t>价格：2.88    销量/想要：</a:t>
            </a:r>
          </a:p>
          <a:p>
            <a:pPr>
              <a:defRPr sz="1400"/>
            </a:pPr>
            <a:r>
              <a:t>店铺/卖家：这个消息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链接：https://www.goofish.com/item?id=1087033881051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#14  超自然行动组摸金卦【小熊猫】 超自然显棺除雾挂，附带教程 不包更新！ 安卓可以拍！ iOS，鸿蒙勿拍！   无需问能不能用，能上架就是能用 仅支持安卓系统！！！最新版本超自然挂，我给你们测试过了，自带检测规避，目前检测不到，不封号  注：给你们发的都是最新版  目前功...</a:t>
            </a:r>
          </a:p>
          <a:p>
            <a:pPr>
              <a:defRPr sz="1400"/>
            </a:pPr>
            <a:r>
              <a:t>价格：2.91    销量/想要：</a:t>
            </a:r>
          </a:p>
          <a:p>
            <a:pPr>
              <a:defRPr sz="1400"/>
            </a:pPr>
            <a:r>
              <a:t>店铺/卖家：卡收货没码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链接：https://www.goofish.com/item?id=1055241992518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#15  超自然行动组盲盒号，可换绑可直拍 [1]保底1粉皮 [2]保底1金皮 [3]保底小白号/新号流程：拍下后会录屏发转盘，图二为转盘，转到哪个发哪个(所有账号均可换绑)当天收货可包七天售后，之后各种问题概不负责盲盒账号售出不退不换，拍下默认成年不允许模仿借鉴 原创正品 希望大家支持原创 盗版质量很差 大家慎重购买</a:t>
            </a:r>
          </a:p>
          <a:p>
            <a:pPr>
              <a:defRPr sz="1400"/>
            </a:pPr>
            <a:r>
              <a:t>价格：9.9    销量/想要：</a:t>
            </a:r>
          </a:p>
          <a:p>
            <a:pPr>
              <a:defRPr sz="1400"/>
            </a:pPr>
            <a:r>
              <a:t>店铺/卖家：奶油酱酱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链接：https://www.goofish.com/item?id=1067016469031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