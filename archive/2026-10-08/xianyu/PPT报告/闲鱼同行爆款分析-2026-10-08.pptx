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3600" b="1"/>
            </a:pPr>
            <a:r>
              <a:t>闲鱼同行爆款分析</a:t>
            </a:r>
          </a:p>
          <a:p>
            <a:pPr>
              <a:defRPr sz="1800"/>
            </a:pPr>
            <a:r>
              <a:t>2026-10-08  ·  15 个商品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 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店铺/卖家：你最爱的票卷bb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链接：https://www.goofish.com/item?id=1084414636105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#2  超自然行动组饿了么联动头套兑换码 淘宝闪购联动头套 拍下秒发兑换码，虚拟商品，直接到账 安卓苹果都能用，操作简单  拍下后会发兑换码 根据教程进行兑换 如果兑换失败支持无理由退款 链接在就是有货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店铺/卖家：虎鲸卡劵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链接：https://www.goofish.com/item?id=1069030833276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#3 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店铺/卖家：诚信CDK秒兑专店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链接：https://www.goofish.com/item?id=1087554042105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#4  超自然行动组铲铲币 农场送花=赠送铲铲币 超自然最新更新：一天只能收10朵花，游戏规则，安全高效速度快，1分钟一百万 下单流程：下单--发送链接--确定能实时收 花-填写工号提交--农场等待收花  下列词借流用 逍遥 薇薇安 圣光之渝 赤练将军 巫灵儿 厄狼...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店铺/卖家：超自然产产币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链接：https://www.goofish.com/item?id=1087364778253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#5  超自然桃心/火花/信标荧光棒 超自然行动组桃心/花火/信标荧光棒 三种荧光棒可混，6包起拍 无人房撞车，输房间号进房即可 板板需自己进图凑路费，期间死掉是不补的 包撤离每局+0.5，板板蹲车即可 虚拟道具，拍下私聊排单，未成年人禁拍 虚拟服务拍下不退不换 有需要可私聊，...</a:t>
            </a:r>
          </a:p>
          <a:p>
            <a:pPr>
              <a:defRPr sz="1400"/>
            </a:pPr>
            <a:r>
              <a:t>价格：1.5    销量/想要：</a:t>
            </a:r>
          </a:p>
          <a:p>
            <a:pPr>
              <a:defRPr sz="1400"/>
            </a:pPr>
            <a:r>
              <a:t>店铺/卖家：Toska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链接：https://www.goofish.com/item?id=1076276199047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#6  超自然行动组 瑶台梦皮肤账号 虚拟物品 拍下直接发账号信息 皮肤展示 角色套装 道具权益都有 支持安卓苹果 永久账号 自行领取 操作简单 安全靠谱 有问题随时聊 细节可私信 喜欢直接拍～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店铺/卖家：冷酷的你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链接：https://www.goofish.com/item?id=1064137823567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#7  1.56r出【超自然行动组-中华小厨娘】兑换码 1.56r出【超自然行动组-中华小厨娘】兑换码 官方全渠道可用！ 官方CDK兑换，下单自动秒发兑换码 虚拟商品，付款后立马发 注意：如领取失败支持无理由退款 需要直接拍，有问题随时私聊</a:t>
            </a:r>
          </a:p>
          <a:p>
            <a:pPr>
              <a:defRPr sz="1400"/>
            </a:pPr>
            <a:r>
              <a:t>价格：1.56    销量/想要：</a:t>
            </a:r>
          </a:p>
          <a:p>
            <a:pPr>
              <a:defRPr sz="1400"/>
            </a:pPr>
            <a:r>
              <a:t>店铺/卖家：北周潜水黑水母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链接：https://www.goofish.com/item?id=1084574729465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#8  超自然行动组【小熊猫，血C,维雨，繁星，神威】 【24小时自动发货】无需问在不在，全天拍下秒发货 超自然显棺除雾，附带完整教程  安卓可以拍！ iOS，鸿蒙勿拍！ ❗  ❗   ❗  无需问能不能用，能上架就是能用 仅支持安卓系统！！！新版本超自然，小熊猫，维雨，Dany，血C，等等...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店铺/卖家：网络通讯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链接：https://www.goofish.com/item?id=1064487244282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#9  【超自然行动组·云南虫谷炼狱·雮尘珠·无保底·纯绿】24小时 在线 [五角星]纯绿➕俱乐部➕审核要求严苛三重保障 [五角星]24小时在线，下单秒上号，无需等待 [五角星]开业以来数百条真实好评，数百位板宝强烈推荐！！！ [五角星]价格优惠，没有高价，良心买卖 [招财猫]出红不补 [超便宜]无需排单，板...</a:t>
            </a:r>
          </a:p>
          <a:p>
            <a:pPr>
              <a:defRPr sz="1400"/>
            </a:pPr>
            <a:r>
              <a:t>价格：9.89    销量/想要：</a:t>
            </a:r>
          </a:p>
          <a:p>
            <a:pPr>
              <a:defRPr sz="1400"/>
            </a:pPr>
            <a:r>
              <a:t>店铺/卖家：游戏代肝神龙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链接：https://www.goofish.com/item?id=1089308657882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#10  (自动发货)超自然行动组沧海之遗官方兑换码 限时福利，只卖15人，手慢无 兑换成功可获得超自然行动组沧海之遗  一人限拍一单 拍下秒发兑换码，虚拟商品，直接到账操作简单，全平台互通安卓苹果都能用 拍下后会发兑换码 根据教程进行兑换如果兑换失败支持无理由退款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店铺/卖家：念宝游戏店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链接：https://www.goofish.com/item?id=1088546032569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#11  超自然账号被盗找回 超自然行动组账号帮找回 超自然账号找回 解绑手机号 超自然行动组找回 超自然帮找回 超自然找回 超自然行动组账号 （[火]低价福利接20单 找回麻烦给我个好评就行 考虑很多都是学生党 让大家都能成功找回 过一个好年！只帮被盗号的找回哈）  ...</a:t>
            </a:r>
          </a:p>
          <a:p>
            <a:pPr>
              <a:defRPr sz="1400"/>
            </a:pPr>
            <a:r>
              <a:t>价格：2    销量/想要：</a:t>
            </a:r>
          </a:p>
          <a:p>
            <a:pPr>
              <a:defRPr sz="1400"/>
            </a:pPr>
            <a:r>
              <a:t>店铺/卖家：野路子找回服务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链接：https://www.goofish.com/item?id=1049440018556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#12  超自然行动组安卓摸金辅助9.20号更新，每天都更新，摸金流畅 不闪退，能拍就能用 晚点收货可以，卡两三天不收货或者一直不收货的不要拍了，有问题先看里面教程不会再问我，没回就是在睡觉，但是是自动发货 支持全图除雾+全图显棺+夜视+物资显示 教会安装+使用  鸿蒙用不了，ios必定用不了，不支持PC  ...</a:t>
            </a:r>
          </a:p>
          <a:p>
            <a:pPr>
              <a:defRPr sz="1400"/>
            </a:pPr>
            <a:r>
              <a:t>价格：2.88    销量/想要：</a:t>
            </a:r>
          </a:p>
          <a:p>
            <a:pPr>
              <a:defRPr sz="1400"/>
            </a:pPr>
            <a:r>
              <a:t>店铺/卖家：芜湖湖湖湖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链接：https://www.goofish.com/item?id=1083881091430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#13  超自然行动组饿了么联动头套兑换码 淘宝闪购联动头套 拍下秒发兑换码，虚拟商品，直接到账 安卓苹果都能用，操作简单  拍下后会发兑换码 根据教程进行兑换 如果兑换失败支持无理由退款 链接在就是有货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店铺/卖家：时光小店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链接：https://www.goofish.com/item?id=1090105472021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#14  超自然行动组抓怪陪，1r/局 [五角星]我玩儿莉莉辅助板板抓怪，会带1额外背包+1腰包摸金符+1除颤+2电击枪+1桃木剑+1传送  [火]该链接莉莉陪不包撤[火] 有需要随时聊，欢迎来问～1传送  [红圆]该链接莉莉陪不包撤[火] 有需要随时聊，欢迎来问～</a:t>
            </a:r>
          </a:p>
          <a:p>
            <a:pPr>
              <a:defRPr sz="1400"/>
            </a:pPr>
            <a:r>
              <a:t>价格：1    销量/想要：</a:t>
            </a:r>
          </a:p>
          <a:p>
            <a:pPr>
              <a:defRPr sz="1400"/>
            </a:pPr>
            <a:r>
              <a:t>店铺/卖家：奶油酱酱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链接：https://www.goofish.com/item?id=1062872542988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 b="1"/>
            </a:pPr>
            <a:r>
              <a:t>#15  【超自然行动组】低价厄狼！！！ 厄狼的葫芦标价20只，虚拟道具，邮箱秒发～拍下备注游戏ID就行!仅需1.2</a:t>
            </a:r>
          </a:p>
          <a:p>
            <a:pPr>
              <a:defRPr sz="1400"/>
            </a:pPr>
            <a:r>
              <a:t>价格：1.2    销量/想要：</a:t>
            </a:r>
          </a:p>
          <a:p>
            <a:pPr>
              <a:defRPr sz="1400"/>
            </a:pPr>
            <a:r>
              <a:t>店铺/卖家：大侠阿木    发货地：</a:t>
            </a:r>
          </a:p>
          <a:p>
            <a:pPr>
              <a:defRPr sz="1400"/>
            </a:pPr>
            <a:r>
              <a:t>SKU：详情页无SKU区块或需登录</a:t>
            </a:r>
          </a:p>
          <a:p>
            <a:pPr>
              <a:defRPr sz="1400"/>
            </a:pPr>
            <a:r>
              <a:t>卖点：待核验</a:t>
            </a:r>
          </a:p>
          <a:p>
            <a:pPr>
              <a:defRPr sz="1400"/>
            </a:pPr>
            <a:r>
              <a:t>链接：https://www.goofish.com/item?id=1073110645822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