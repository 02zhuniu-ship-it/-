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2026-10-08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价格：6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【自動充值】超自然行動組60 300 680 980 1980 6480金磚充值</a:t>
            </a:r>
          </a:p>
          <a:p>
            <a:pPr>
              <a:defRPr sz="1400"/>
            </a:pPr>
            <a:r>
              <a:t>价格：6.5    销量/想要：8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销量/想要：9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销量/想要：10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销量/想要：11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超自然行動組剷剷幣號剷剷幣帳號管服手機PC通用可換綁1億剷剷幣</a:t>
            </a:r>
          </a:p>
          <a:p>
            <a:pPr>
              <a:defRPr sz="1400"/>
            </a:pPr>
            <a:r>
              <a:t>价格：6    销量/想要：12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销量/想要：13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超自然行動組剷剷幣號1000w-1億可免費改名可換綁</a:t>
            </a:r>
          </a:p>
          <a:p>
            <a:pPr>
              <a:defRPr sz="1400"/>
            </a:pPr>
            <a:r>
              <a:t>价格：0.8    销量/想要：14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超自然行動組科技輔助腳本 支持手遊 模擬器 直裝最新版本</a:t>
            </a:r>
          </a:p>
          <a:p>
            <a:pPr>
              <a:defRPr sz="1400"/>
            </a:pPr>
            <a:r>
              <a:t>价格：1    销量/想要：15</a:t>
            </a:r>
          </a:p>
          <a:p>
            <a:pPr>
              <a:defRPr sz="1400"/>
            </a:pPr>
            <a:r>
              <a:t>店铺/卖家：Mod手遊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链接：https://world.taobao.com/item/976786028886.htm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