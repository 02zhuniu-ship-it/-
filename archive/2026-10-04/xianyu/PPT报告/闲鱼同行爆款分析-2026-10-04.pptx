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2026-10-04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店铺/卖家：虎鲸卡劵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链接：https://www.goofish.com/item?id=1069030833276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链接：https://www.goofish.com/item?id=1084414636105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1.56r出【超自然行动组-中华小厨娘】兑换码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店铺/卖家：北周潜水黑水母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链接：https://www.goofish.com/item?id=1084574729465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超自然行动组 瑶台梦皮肤账号 虚拟物品 拍下直接发账号信息 皮肤展示 角色套装 道具权益都有 支持安卓苹果 永久账号 自行领取 操作简单 安全靠谱 有问题随时聊 细节可私信 喜欢直接拍～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店铺/卖家：冷酷的你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链接：https://www.goofish.com/item?id=1064137823567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超自然行动组摸金辅助【小熊猫】 超自然显棺除雾辅助，附带教程安卓可以拍！iOS，鸿蒙勿拍！❗  ❗   ❗无需问能不能用，能上架就是能用仅支持安卓系统！！！最新版本超自然辅助，我给你们测试过了，自带检测规避，目前检测不到，不封号注：给你们发的都是最新版，会持续更新        目前功能：除雾➕显⚰➕夜视➕透视➕显示金的位置➕怪物显示➕距离显示免责声明：本商品所标识的价格，是对本店搜集、整理资料以及本店运营必需的费用支付的适当补偿，资料索取者尊重版权方的知识产权，若遇到侵权投诉，本申明将作为申诉依据。仅供学习使用，不可商用，商用请在官方渠道支持。！【免责声明】01、本店上架的素材、资料、软件等，均来源于网络，版权归原作者所有，本店不对涉及的版权问题负法律责任。02、本费用为个人收集资料整理费，如有侵权请联系下架03、不支持退款，下单前看清需求，有问题随时聊✅可直接拍，人工发货✅由于资料具有可复制性，发货后不支持退款，感谢理解与支持，亲亲＾3＾祝您生活愉快！</a:t>
            </a:r>
          </a:p>
          <a:p>
            <a:pPr>
              <a:defRPr sz="1400"/>
            </a:pPr>
            <a:r>
              <a:t>价格：1.5    销量/想要：</a:t>
            </a:r>
          </a:p>
          <a:p>
            <a:pPr>
              <a:defRPr sz="1400"/>
            </a:pPr>
            <a:r>
              <a:t>店铺/卖家：已读不回卡收货替我挡灾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链接：https://www.goofish.com/item?id=1060502239503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超自然行动组 永久号新号小号白号初始号裸号10个 自动发货 拍下秒发    不可参与活动 可免费改名 占ID    不会显示无数据 已绑定邮箱 可换绑 可以改密码 一手注册 已经解绑设备 可放心使用 提供邮箱 邮箱一起出 纯白号只过了新手任务  号上会携带14w左右铲铲币和3000灵契的...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店铺/卖家：记树与影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链接：https://www.goofish.com/item?id=1068321977293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超自然行动组安卓摸金辅助9.15号更新 • 摸金流畅不闪退，永久包更新 • 视频效果为9.8录制的 有共存版安装包 iQOO 小米 vivo OPPO可用，荣耀部分可用 这些系列平板也可以  支持功能  • 支持全图除雾+全图显棺+夜视+物资显示+...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店铺/卖家：这个消息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链接：https://www.goofish.com/item?id=1087033881051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「安卓最新版本」小熊猫100，四队9.2等限时最新超自然行动 组辅助，还有其他辅助，安卓专用 摸金除雾助手多队通用  适配云南虫谷 每天保持更新，日后每天都可以永久使用 网盘自动发货 里面有教程，直接拍即可！！ 公益发货支持就拍，不拍发1也发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店铺/卖家：小怡00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链接：https://www.goofish.com/item?id=1067532327654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超自然卦支持全系统系统都能用都是最新版的 【超自然行动组科技辅助】安卓专用，持续更新最新版，主播同款，市面顶配，功能全，夜视、虚线导航、地图显棺、广角视野、拾取、虚拟传送、范围近战、加速美化都有，夜视、虚线导航、地图显棺、地图除雾、广角视野、拾取、虚拟传送、范围近战、加速美化全都有...</a:t>
            </a:r>
          </a:p>
          <a:p>
            <a:pPr>
              <a:defRPr sz="1400"/>
            </a:pPr>
            <a:r>
              <a:t>价格：4.22    销量/想要：</a:t>
            </a:r>
          </a:p>
          <a:p>
            <a:pPr>
              <a:defRPr sz="1400"/>
            </a:pPr>
            <a:r>
              <a:t>店铺/卖家：绝对零度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链接：https://www.goofish.com/item?id=1068369933038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超自然行动组魔盒赠送 先关注一下 游戏规则  关注3天才能赠送礼物 先关注:玉米一只 工号:1726059982 先关注:水果一只（满） 工号:1677095451（满） 关注一个号就行不要二个都关注，好友位不够 三天后能赠送了再过来下单 下单的时候复制你的游...</a:t>
            </a:r>
          </a:p>
          <a:p>
            <a:pPr>
              <a:defRPr sz="1400"/>
            </a:pPr>
            <a:r>
              <a:t>价格：45    销量/想要：</a:t>
            </a:r>
          </a:p>
          <a:p>
            <a:pPr>
              <a:defRPr sz="1400"/>
            </a:pPr>
            <a:r>
              <a:t>店铺/卖家：触电小手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链接：https://www.goofish.com/item?id=1032417776100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巨鲶葫芦，1r/包，现货 流程：邮箱赠送超自然行动组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店铺/卖家：奶油酱酱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链接：https://www.goofish.com/item?id=1086584468597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【无数据错误】超自然行动组小白号 小号新号空白号永久号 自动发货 拍下秒发 售后7天 有任何问题下单后7天内发送 超时不候 [火]可免费改名 占ID [火]已绑定邮箱 可换绑 可以改密码 [火]一手注册 已经解绑设备 可放心使用 提供邮箱 邮箱一起出 纯白号只过了新手任...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店铺/卖家：超自然玛卡巴卡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链接：https://www.goofish.com/item?id=1047017279708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超自然行动组罗森联动兑换码 【24小时自动发货】超自然行动组罗森联动兑换码头像框森友同行头套CDK联动活动限定  仅道具兑换码，无实物  商品已设置24小时自动发货，下单直接给兑换码，自助下单～～ 虚拟商品，发货后非商品原因不退不换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店铺/卖家：游戏兑换码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链接：https://www.goofish.com/item?id=1067135341402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