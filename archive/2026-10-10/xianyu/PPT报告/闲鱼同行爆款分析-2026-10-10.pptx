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闲鱼同行爆款分析</a:t>
            </a:r>
          </a:p>
          <a:p>
            <a:pPr>
              <a:defRPr sz="1800"/>
            </a:pPr>
            <a:r>
              <a:t>2026-10-10  ·  15 个商品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  超自然行动组饿了么联动头套兑换码 淘宝闪购联动头套 拍下秒发兑换码，虚拟商品，直接到账 安卓苹果都能用，操作简单  拍下后会发兑换码 根据教程进行兑换 如果兑换失败支持无理由退款 链接在就是有货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店铺/卖家：虎鲸卡劵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链接：https://www.goofish.com/item?id=1069030833276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#2  超自然行动组铲铲币 农场送花=赠送铲铲币 超自然最新更新：一天只能收10朵花，游戏规则，安全高效速度快，1分钟一百万 下单流程：下单--发送链接--确定能实时收 花-填写工号提交--农场等待收花  下列词借流用 逍遥 薇薇安 圣光之渝 赤练将军 巫灵儿 厄狼...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店铺/卖家：超自然产产币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链接：https://www.goofish.com/item?id=1087364778253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#3  超自然行动组【小熊猫，血C,维雨，繁星，神威】 【24小时自动发货】无需问在不在，全天拍下秒发货 超自然显棺除雾，附带完整教程  安卓可以拍！ iOS，鸿蒙勿拍！ ❗  ❗   ❗  无需问能不能用，能上架就是能用 仅支持安卓系统！！！新版本超自然，小熊猫，维雨，Dany，血C，等等...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店铺/卖家：网络通讯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链接：https://www.goofish.com/item?id=1064487244282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#4  1.56r出【超自然行动组-中华小厨娘】兑换码 1.56r出【超自然行动组-中华小厨娘】兑换码 官方全渠道可用！ 官方CDK兑换，下单自动秒发兑换码 虚拟商品，付款后立马发 注意：如领取失败支持无理由退款 需要直接拍，有问题随时私聊</a:t>
            </a:r>
          </a:p>
          <a:p>
            <a:pPr>
              <a:defRPr sz="1400"/>
            </a:pPr>
            <a:r>
              <a:t>价格：1.56    销量/想要：</a:t>
            </a:r>
          </a:p>
          <a:p>
            <a:pPr>
              <a:defRPr sz="1400"/>
            </a:pPr>
            <a:r>
              <a:t>店铺/卖家：北周潜水黑水母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链接：https://www.goofish.com/item?id=1084574729465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#5  超自然行动组抓怪陪，1r/局 [五角星]我玩儿莉莉辅助板板抓怪，会带1额外背包+1腰包摸金符+1除颤+2电击枪+1桃木剑+1传送  [火]该链接莉莉陪不包撤[火] 有需要随时聊，欢迎来问～1传送  [红圆]该链接莉莉陪不包撤[火] 有需要随时聊，欢迎来问～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店铺/卖家：奶油酱酱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链接：https://www.goofish.com/item?id=1062872542988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#6  超自然行动组安卓摸金辅助9.20号更新，每天都更新，摸金流畅 不闪退，能拍就能用 晚点收货可以，卡两三天不收货或者一直不收货的不要拍了，有问题先看里面教程不会再问我，没回就是在睡觉，但是是自动发货 支持全图除雾+全图显棺+夜视+物资显示 教会安装+使用  鸿蒙用不了，ios必定用不了，不支持PC  ...</a:t>
            </a:r>
          </a:p>
          <a:p>
            <a:pPr>
              <a:defRPr sz="1400"/>
            </a:pPr>
            <a:r>
              <a:t>价格：2.88    销量/想要：</a:t>
            </a:r>
          </a:p>
          <a:p>
            <a:pPr>
              <a:defRPr sz="1400"/>
            </a:pPr>
            <a:r>
              <a:t>店铺/卖家：芜湖湖湖湖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链接：https://www.goofish.com/item?id=1083881091430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#7  1.56r出【超自然行动组-中华小厨娘】兑换码 官方全渠道可用！ 官方CDK兑换，下单自动秒发兑换码 虚拟商品，付款后立马发 注意：如领取失败支持无理由退款 需要直接拍，有问题随时私聊</a:t>
            </a:r>
          </a:p>
          <a:p>
            <a:pPr>
              <a:defRPr sz="1400"/>
            </a:pPr>
            <a:r>
              <a:t>价格：1.56    销量/想要：</a:t>
            </a:r>
          </a:p>
          <a:p>
            <a:pPr>
              <a:defRPr sz="1400"/>
            </a:pPr>
            <a:r>
              <a:t>店铺/卖家：你最爱的票卷bb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链接：https://www.goofish.com/item?id=1084414636105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#8  超自然行动组 瑶台梦皮肤账号 虚拟物品 拍下直接发账号信息 皮肤展示 角色套装 道具权益都有 支持安卓苹果 永久账号 自行领取 操作简单 安全靠谱 有问题随时聊 细节可私信 喜欢直接拍～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店铺/卖家：冷酷的你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链接：https://www.goofish.com/item?id=1064137823567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#9  【秒发】超自然行动组1.8r20只狼 虚拟道具，邮箱赠送，直拍即可，秒发货！  【数量】20只厄狼 【发货】邮箱秒发，自动发货 【售后】虚拟商品，一经售出不退不换，下单默认成年，老板直接拍  需要的直接拍，细节私聊～</a:t>
            </a:r>
          </a:p>
          <a:p>
            <a:pPr>
              <a:defRPr sz="1400"/>
            </a:pPr>
            <a:r>
              <a:t>价格：1.8    销量/想要：</a:t>
            </a:r>
          </a:p>
          <a:p>
            <a:pPr>
              <a:defRPr sz="1400"/>
            </a:pPr>
            <a:r>
              <a:t>店铺/卖家：月亮碰瓷侠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链接：https://www.goofish.com/item?id=1040802256770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#10  超自然行动组主页人气名片赞粉关梦居全平台通用 标价＝主页人气赞+关注+梦居各1000个  ［购买流程[[超便宜]]]点击右下角购买可以选择需要的数量  [下单后流程[[超便宜]]]下单后提供工号即可！回复迅速！  【店铺信誉】好评过千 ！信誉可查！ 【关于价格】标价为真实价格，无需补...</a:t>
            </a:r>
          </a:p>
          <a:p>
            <a:pPr>
              <a:defRPr sz="1400"/>
            </a:pPr>
            <a:r>
              <a:t>价格：1.58    销量/想要：</a:t>
            </a:r>
          </a:p>
          <a:p>
            <a:pPr>
              <a:defRPr sz="1400"/>
            </a:pPr>
            <a:r>
              <a:t>店铺/卖家：月亮游戏阁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链接：https://www.goofish.com/item?id=990863762907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#11  [hot]超自然行动组白鼬变变变一只仅需3.5! [hot]具体保底玩法看第二张图  [火]陪运气都超好！给好多小宝开出神龙和雮尘珠了，具体看底下的图片，什么都不用补小宝都可带走！  [火]白鼬变变变一只3.5r！ [火]白鼬变变变两只7r！ [火]白鼬变变变三只10.5r！ [火]白...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店铺/卖家：金线鱼工作室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链接：https://www.goofish.com/item?id=1078098682870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#12  超自然行动组id估价，帮您分析市场价，估出你的id大概值多少 ，标价可直拍，就要个糖果钱。我玩各个游戏的id圈很久了在手并帮出过多个极品id，做过代挂比较了解行情，只会说真话玻璃心的不要来。注意事项：会给出ID价值的区间范围，不会给准确数字可以给你比较好出手的价格，帮你分析id给的都是当下市场价格，估多估少全看id咋样不是卖id，仅估价格。需要可以直拍，一个id是1r，我在线会直接回，需要仔细分析的可以拍两份就是2r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店铺/卖家：土豆工作室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链接：https://www.goofish.com/item?id=994422985889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#13  超自然行动组铲铲币 农场送花=赠送铲铲币 超自然最新更新：一天只能收10朵花，如果今 天收了超过6个礼物的请勿下单，送不过去 安全高效速度快，1分钟一百万 下单流程：下单--发送链接--确定能实时收 花-填写工号提交--农场等待收花 !!保底108万，变异的...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店铺/卖家：超自然产产币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链接：https://www.goofish.com/item?id=1087363670521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#14  (自动发货)超自然行动组沧海之遗官方兑换码 限时福利，只卖15人，手慢无 兑换成功可获得超自然行动组沧海之遗  一人限拍一单 拍下秒发兑换码，虚拟商品，直接到账操作简单，全平台互通安卓苹果都能用 拍下后会发兑换码 根据教程进行兑换如果兑换失败支持无理由退款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店铺/卖家：念宝游戏店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链接：https://www.goofish.com/item?id=1088546032569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#15  超自然行动组罗森联动兑换码 【24小时自动发货】超自然行动组罗森联动兑换码头像框森友同行头套CDK联动活动限定  仅道具兑换码，无实物  商品已设置24小时自动发货，下单直接给兑换码，自助下单～～ 虚拟商品，发货后非商品原因不退不换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店铺/卖家：游戏兑换码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链接：https://www.goofish.com/item?id=1067135341402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