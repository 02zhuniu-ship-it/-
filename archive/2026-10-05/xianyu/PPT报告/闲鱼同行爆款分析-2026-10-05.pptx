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2026-10-05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店铺/卖家：虎鲸卡劵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链接：https://www.goofish.com/item?id=1069030833276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超自然行动组【小熊猫，血C,维雨，繁星，神威】 【24小时自动发货】无需问在不在，全天拍下秒发货 超自然显棺除雾，附带完整教程  安卓可以拍！ iOS，鸿蒙勿拍！ ❗  ❗   ❗  无需问能不能用，能上架就是能用 仅支持安卓系统！！！新版本超自然，小熊猫，维雨，Dany，血C，等等...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店铺/卖家：网络通讯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链接：https://www.goofish.com/item?id=1064487244282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店铺/卖家：你最爱的票卷bb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链接：https://www.goofish.com/item?id=1084414636105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超自然行动组安卓摸金辅助9.20号更新，每天都更新，摸金流畅 不闪退，能拍就能用 晚点收货可以，卡两三天不收货或者一直不收货的不要拍了，有问题先看里面教程不会再问我，没回就是在睡觉，但是是自动发货 支持全图除雾+全图显棺+夜视+物资显示 教会安装+使用  鸿蒙用不了，ios必定用不了，不支持PC  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店铺/卖家：芜湖湖湖湖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链接：https://www.goofish.com/item?id=1083881091430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超自然行动组（正版内部特权号免费送） ……………………………………&amp;hellip...</a:t>
            </a:r>
          </a:p>
          <a:p>
            <a:pPr>
              <a:defRPr sz="1400"/>
            </a:pPr>
            <a:r>
              <a:t>价格：8.52    销量/想要：</a:t>
            </a:r>
          </a:p>
          <a:p>
            <a:pPr>
              <a:defRPr sz="1400"/>
            </a:pPr>
            <a:r>
              <a:t>店铺/卖家：发发哥啊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链接：https://www.goofish.com/item?id=1079541405211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超自然行动组铲铲币 农场送花=赠送铲铲币 超自然最新更新：一天只能收10朵花，游戏规则，安全高效速度快，1分钟一百万 下单流程：下单--发送链接--确定能实时收 花-填写工号提交--农场等待收花  下列词借流用 逍遥 薇薇安 圣光之渝 赤练将军 巫灵儿 厄狼...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店铺/卖家：超自然产产币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链接：https://www.goofish.com/item?id=1087364778253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店铺/卖家：诚信CDK秒兑专店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链接：https://www.goofish.com/item?id=1087554042105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超自然行动组 瑶台梦皮肤账号 虚拟物品 拍下直接发账号信息 皮肤展示 角色套装 道具权益都有 支持安卓苹果 永久账号 自行领取 操作简单 安全靠谱 有问题随时聊 细节可私信 喜欢直接拍～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店铺/卖家：冷酷的你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链接：https://www.goofish.com/item?id=1064137823567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1.87r出【超自然行动组-中华小厨娘】cdk兑换码官方全渠 道可用![火][火]  官方CDK兑换，下单自动秒发兑换码 虚拟商品，付款后立马发[比心][比心]  【注意：如领取失败支持无理由退款】！！ 需要直接拍，链接还在就是还有货</a:t>
            </a:r>
          </a:p>
          <a:p>
            <a:pPr>
              <a:defRPr sz="1400"/>
            </a:pPr>
            <a:r>
              <a:t>价格：1.87    销量/想要：</a:t>
            </a:r>
          </a:p>
          <a:p>
            <a:pPr>
              <a:defRPr sz="1400"/>
            </a:pPr>
            <a:r>
              <a:t>店铺/卖家：爩鱻麤龗灪厵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链接：https://www.goofish.com/item?id=1043438047952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【超自然行动组【小熊猫，血C，巫灵儿，杰瑞，梦梦.等等】 【24小时自动发货】无需问在不在，全天拍下秒发货  注：不含人工教学，里面有详细视频教程 ios，安卓可以拍！ios需自备全能签 鸿蒙勿拍！  无需问能不能用，能上架就是能用 新版本超自然，小熊猫，维雨，梦梦，血C，等等都有，后续会持续更...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店铺/卖家：小小懒猫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链接：https://www.goofish.com/item?id=1086650672888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超自然行动组排行榜地区改战区 标价即售价，改完就下号[黄圆]香港、澳门、台湾等全国可改[红旗]游戏规定30天内仅可更改一次三十天内改过一次的不用下单随时都可以改，三分钟改完</a:t>
            </a:r>
          </a:p>
          <a:p>
            <a:pPr>
              <a:defRPr sz="1400"/>
            </a:pPr>
            <a:r>
              <a:t>价格：1.3    销量/想要：</a:t>
            </a:r>
          </a:p>
          <a:p>
            <a:pPr>
              <a:defRPr sz="1400"/>
            </a:pPr>
            <a:r>
              <a:t>店铺/卖家：阿冰工作室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链接：https://www.goofish.com/item?id=1084050653856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超自然行动组（正版内部特权号免费送） ……………………………………&amp;hellip...</a:t>
            </a:r>
          </a:p>
          <a:p>
            <a:pPr>
              <a:defRPr sz="1400"/>
            </a:pPr>
            <a:r>
              <a:t>价格：8.52    销量/想要：</a:t>
            </a:r>
          </a:p>
          <a:p>
            <a:pPr>
              <a:defRPr sz="1400"/>
            </a:pPr>
            <a:r>
              <a:t>店铺/卖家：cokelala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链接：https://www.goofish.com/item?id=1077625559538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超自然行动组罗森联动兑换码 【24小时自动发货】超自然行动组罗森联动兑换码头像框森友同行头套CDK联动活动限定  仅道具兑换码，无实物  商品已设置24小时自动发货，下单直接给兑换码，自助下单～～ 虚拟商品，发货后非商品原因不退不换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店铺/卖家：游戏兑换码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链接：https://www.goofish.com/item?id=1067135341402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1.56r出【超自然行动组-中华小厨娘】兑换码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店铺/卖家：北周潜水黑水母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链接：https://www.goofish.com/item?id=1084574729465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超自然行动组四队人头房 kd房每把12个头 进房间就能玩，三张图自选 ✅ 12淘汰刷kd ✅ 刷水晶之心 ✅ 可带好友 稳定安全不封号，淘汰榜冲榜 无人局 人机房 速刷水晶之心 人头房</a:t>
            </a:r>
          </a:p>
          <a:p>
            <a:pPr>
              <a:defRPr sz="1400"/>
            </a:pPr>
            <a:r>
              <a:t>价格：3    销量/想要：</a:t>
            </a:r>
          </a:p>
          <a:p>
            <a:pPr>
              <a:defRPr sz="1400"/>
            </a:pPr>
            <a:r>
              <a:t>店铺/卖家：cyh091227w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链接：https://www.goofish.com/item?id=1087065885492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