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/>
            </a:pPr>
            <a:r>
              <a:t>闲鱼同行爆款分析</a:t>
            </a:r>
          </a:p>
          <a:p>
            <a:pPr>
              <a:defRPr sz="1800"/>
            </a:pPr>
            <a:r>
              <a:t>2026-10-01  ·  15 个商品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  1.56r出【超自然行动组-中华小厨娘】兑换码 官方全渠道可用！ 官方CDK兑换，下单自动秒发兑换码 虚拟商品，付款后立马发 注意：如领取失败支持无理由退款 需要直接拍，有问题随时私聊</a:t>
            </a:r>
          </a:p>
          <a:p>
            <a:pPr>
              <a:defRPr sz="1400"/>
            </a:pPr>
            <a:r>
              <a:t>价格：1.56    销量/想要：</a:t>
            </a:r>
          </a:p>
          <a:p>
            <a:pPr>
              <a:defRPr sz="1400"/>
            </a:pPr>
            <a:r>
              <a:t>店铺/卖家：你最爱的票卷bb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链接：https://www.goofish.com/item?id=1084414636105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#2  【邮箱发货】超自然行动组，真天王20只 拍下付款后发送:ID➕邮箱赠送哦 邮箱上限未送满20只当天可补（补发小号）过天不补！！ 拍下默认成年，虚拟物品，不退不换，感谢配合～  超自然真天王 真天王超自然葫芦 超自然怪物葫芦</a:t>
            </a:r>
          </a:p>
          <a:p>
            <a:pPr>
              <a:defRPr sz="1400"/>
            </a:pPr>
            <a:r>
              <a:t>价格：2    销量/想要：</a:t>
            </a:r>
          </a:p>
          <a:p>
            <a:pPr>
              <a:defRPr sz="1400"/>
            </a:pPr>
            <a:r>
              <a:t>店铺/卖家：速趴贝吉塔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链接：https://www.goofish.com/item?id=1060082078518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#3  超自然行动组【小熊猫，血C,维雨，繁星，神威】 【24小时自动发货】无需问在不在，全天拍下秒发货 超自然显棺除雾，附带完整教程  安卓可以拍！ iOS，鸿蒙勿拍！ ❗  ❗   ❗  无需问能不能用，能上架就是能用 仅支持安卓系统！！！新版本超自然，小熊猫，维雨，Dany，血C，等等...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店铺/卖家：网络通讯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链接：https://www.goofish.com/item?id=1064487244282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#4  1.87r出【超自然行动组-中华小厨娘】cdk兑换码官方全渠 道可用![火][火]  官方CDK兑换，下单自动秒发兑换码 虚拟商品，付款后立马发[比心][比心]  【注意：如领取失败支持无理由退款】！！ 需要直接拍，链接还在就是还有货</a:t>
            </a:r>
          </a:p>
          <a:p>
            <a:pPr>
              <a:defRPr sz="1400"/>
            </a:pPr>
            <a:r>
              <a:t>价格：1.87    销量/想要：</a:t>
            </a:r>
          </a:p>
          <a:p>
            <a:pPr>
              <a:defRPr sz="1400"/>
            </a:pPr>
            <a:r>
              <a:t>店铺/卖家：爩鱻麤龗灪厵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链接：https://www.goofish.com/item?id=1043438047952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#5  9.9开天宫（纯绿） 【超自然行动组·云南虫谷·开天宫·纯绿】 [绿圆]高质量百人大团，下单开打！ [绿圆]纯绿陪陪，技术有保障 [绿圆]售后超级好！！！有任何问题第一时间解决，绝不拖沓敷衍 [绿圆]内有点群 [闪亮]...</a:t>
            </a:r>
          </a:p>
          <a:p>
            <a:pPr>
              <a:defRPr sz="1400"/>
            </a:pPr>
            <a:r>
              <a:t>价格：9.99    销量/想要：</a:t>
            </a:r>
          </a:p>
          <a:p>
            <a:pPr>
              <a:defRPr sz="1400"/>
            </a:pPr>
            <a:r>
              <a:t>店铺/卖家：超自然行动组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链接：https://www.goofish.com/item?id=1064155671003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#6  1.56r出【超自然行动组-中华小厨娘】兑换码 1.56r出【超自然行动组-中华小厨娘】兑换码 官方全渠道可用！ 官方CDK兑换，下单自动秒发兑换码 虚拟商品，付款后立马发 注意：如领取失败支持无理由退款 需要直接拍，有问题随时私聊</a:t>
            </a:r>
          </a:p>
          <a:p>
            <a:pPr>
              <a:defRPr sz="1400"/>
            </a:pPr>
            <a:r>
              <a:t>价格：1.56    销量/想要：</a:t>
            </a:r>
          </a:p>
          <a:p>
            <a:pPr>
              <a:defRPr sz="1400"/>
            </a:pPr>
            <a:r>
              <a:t>店铺/卖家：北周潜水黑水母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链接：https://www.goofish.com/item?id=1084574729465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#7  超自然行动组罗森联动兑换码 【24小时自动发货】超自然行动组罗森联动兑换码头像框森友同行头套CDK联动活动限定  仅道具兑换码，无实物  商品已设置24小时自动发货，下单直接给兑换码，自助下单～～ 虚拟商品，发货后非商品原因不退不换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店铺/卖家：游戏兑换码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链接：https://www.goofish.com/item?id=1067135341402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#8  超自然行动组安卓摸金辅助9.20号更新，每天都更新，摸金流畅 不闪退，能拍就能用 晚点收货可以，卡两三天不收货或者一直不收货的不要拍了，有问题先看里面教程不会再问我，没回就是在睡觉，但是是自动发货 支持全图除雾+全图显棺+夜视+物资显示 教会安装+使用  鸿蒙用不了，ios必定用不了，不支持PC  ...</a:t>
            </a:r>
          </a:p>
          <a:p>
            <a:pPr>
              <a:defRPr sz="1400"/>
            </a:pPr>
            <a:r>
              <a:t>价格：2.88    销量/想要：</a:t>
            </a:r>
          </a:p>
          <a:p>
            <a:pPr>
              <a:defRPr sz="1400"/>
            </a:pPr>
            <a:r>
              <a:t>店铺/卖家：芜湖湖湖湖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链接：https://www.goofish.com/item?id=1083881091430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#9  超自然行动组饿了么联动头套兑换码 淘宝闪购联动头套 拍下秒发兑换码，虚拟商品，直接到账 安卓苹果都能用，操作简单  拍下后会发兑换码 根据教程进行兑换 如果兑换失败支持无理由退款 链接在就是有货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店铺/卖家：虎鲸卡劵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链接：https://www.goofish.com/item?id=1069030833276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#10  超自然行动组（正版内部特权号免费送） ……………………………………&amp;hellip...</a:t>
            </a:r>
          </a:p>
          <a:p>
            <a:pPr>
              <a:defRPr sz="1400"/>
            </a:pPr>
            <a:r>
              <a:t>价格：8.52    销量/想要：</a:t>
            </a:r>
          </a:p>
          <a:p>
            <a:pPr>
              <a:defRPr sz="1400"/>
            </a:pPr>
            <a:r>
              <a:t>店铺/卖家：cokelala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链接：https://www.goofish.com/item?id=1077625559538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#11  超自然行动组四队人头房 kd房每把12个头 进房间就能玩，三张图自选✅ 12淘汰刷kd✅ 刷水晶之心✅ 可带好友稳定安全不封号，淘汰榜冲榜无人局 人机房 速刷水晶之心 人头房</a:t>
            </a:r>
          </a:p>
          <a:p>
            <a:pPr>
              <a:defRPr sz="1400"/>
            </a:pPr>
            <a:r>
              <a:t>价格：3    销量/想要：</a:t>
            </a:r>
          </a:p>
          <a:p>
            <a:pPr>
              <a:defRPr sz="1400"/>
            </a:pPr>
            <a:r>
              <a:t>店铺/卖家：cyh091227w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链接：https://www.goofish.com/item?id=1087065885492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#12  【超自然行动组·灵珠魔丸】 纯绿店铺24h下单即可玩 ✅包撤✅包装备 ✅无保底不出一直打 ✅出任何金不补</a:t>
            </a:r>
          </a:p>
          <a:p>
            <a:pPr>
              <a:defRPr sz="1400"/>
            </a:pPr>
            <a:r>
              <a:t>价格：8    销量/想要：</a:t>
            </a:r>
          </a:p>
          <a:p>
            <a:pPr>
              <a:defRPr sz="1400"/>
            </a:pPr>
            <a:r>
              <a:t>店铺/卖家：芸芸店铺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链接：https://www.goofish.com/item?id=1089160168400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#13  超自然桃心/火花/信标荧光棒 超自然行动组桃心/花火/信标荧光棒 三种荧光棒可混，6包起拍 无人房撞车，输房间号进房即可 板板需自己进图凑路费，期间死掉是不补的 包撤离每局+0.5，板板蹲车即可 虚拟道具，拍下私聊排单，未成年人禁拍 虚拟服务拍下不退不换 有需要可私聊，...</a:t>
            </a:r>
          </a:p>
          <a:p>
            <a:pPr>
              <a:defRPr sz="1400"/>
            </a:pPr>
            <a:r>
              <a:t>价格：1.5    销量/想要：</a:t>
            </a:r>
          </a:p>
          <a:p>
            <a:pPr>
              <a:defRPr sz="1400"/>
            </a:pPr>
            <a:r>
              <a:t>店铺/卖家：Toska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链接：https://www.goofish.com/item?id=1076276199047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#14  超自然行动组 永久号新号小号白号初始号裸号10个 自动发货 拍下秒发    不可参与活动 可免费改名 占ID    不会显示无数据 已绑定邮箱 可换绑 可以改密码 一手注册 已经解绑设备 可放心使用 提供邮箱 邮箱一起出 纯白号只过了新手任务  号上会携带14w左右铲铲币和3000灵契的...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店铺/卖家：记树与影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链接：https://www.goofish.com/item?id=1068321977293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#15  超自然行动组（正版内部特权号免费送） ……………………………………&amp;hellip...</a:t>
            </a:r>
          </a:p>
          <a:p>
            <a:pPr>
              <a:defRPr sz="1400"/>
            </a:pPr>
            <a:r>
              <a:t>价格：8.52    销量/想要：</a:t>
            </a:r>
          </a:p>
          <a:p>
            <a:pPr>
              <a:defRPr sz="1400"/>
            </a:pPr>
            <a:r>
              <a:t>店铺/卖家：本公司饥饿入睡的豆干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链接：https://www.goofish.com/item?id=1079540109411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