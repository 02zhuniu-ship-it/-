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闲鱼同行爆款分析</a:t>
            </a:r>
          </a:p>
          <a:p>
            <a:pPr>
              <a:defRPr sz="1800"/>
            </a:pPr>
            <a:r>
              <a:t>2026-10-06  ·  15 个商品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  超自然秦陵龙宫炼狱技术超自然行动组（纯绿） 绿玩！！找棺多 跑图快 不漏野金 包每局传送，包撤离，包红馆，保底9-13棺，默认无麦 包时价8r一小时，保底5-6局，不撤包补，板宝默认莉莉，陪陪默认薇薇安，其他角色可指定 下单前可问排单，出大剑/圣杯/神龙均不补  纯绿手工号，不挂...</a:t>
            </a:r>
          </a:p>
          <a:p>
            <a:pPr>
              <a:defRPr sz="1400"/>
            </a:pPr>
            <a:r>
              <a:t>价格：1.5    销量/想要：</a:t>
            </a:r>
          </a:p>
          <a:p>
            <a:pPr>
              <a:defRPr sz="1400"/>
            </a:pPr>
            <a:r>
              <a:t>店铺/卖家：超自然小店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链接：https://www.goofish.com/item?id=1023252235343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#2  超自然行动组安卓摸金辅助9.20号更新，每天都更新，摸金流畅 不闪退，能拍就能用 晚点收货可以，卡两三天不收货或者一直不收货的不要拍了，有问题先看里面教程不会再问我，没回就是在睡觉，但是是自动发货 支持全图除雾+全图显棺+夜视+物资显示 教会安装+使用  鸿蒙用不了，ios必定用不了，不支持PC  ...</a:t>
            </a:r>
          </a:p>
          <a:p>
            <a:pPr>
              <a:defRPr sz="1400"/>
            </a:pPr>
            <a:r>
              <a:t>价格：2.88    销量/想要：</a:t>
            </a:r>
          </a:p>
          <a:p>
            <a:pPr>
              <a:defRPr sz="1400"/>
            </a:pPr>
            <a:r>
              <a:t>店铺/卖家：芜湖湖湖湖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链接：https://www.goofish.com/item?id=1083881091430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#3  刷到就能发货 超自然行动组厄狼的葫芦 1.8元20只 现货秒发，数量多 打四队可用 需要的直接拍</a:t>
            </a:r>
          </a:p>
          <a:p>
            <a:pPr>
              <a:defRPr sz="1400"/>
            </a:pPr>
            <a:r>
              <a:t>价格：1.8    销量/想要：</a:t>
            </a:r>
          </a:p>
          <a:p>
            <a:pPr>
              <a:defRPr sz="1400"/>
            </a:pPr>
            <a:r>
              <a:t>店铺/卖家：月亮碰瓷侠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链接：https://www.goofish.com/item?id=1032136146040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#4  超自然行动组盲盒号，可换绑可直拍 [1]保底1粉皮 [2]保底1金皮 [3]保底小白号/新号  流程：拍下后会录屏发转盘，图二为转盘，转到哪个发哪个(所有账号均可换绑)  当天收货可包七天售后，之后各种问题概不负责 盲盒账号售出不退不换，拍下默认成年  不允许模仿借鉴 原...</a:t>
            </a:r>
          </a:p>
          <a:p>
            <a:pPr>
              <a:defRPr sz="1400"/>
            </a:pPr>
            <a:r>
              <a:t>价格：9.9    销量/想要：</a:t>
            </a:r>
          </a:p>
          <a:p>
            <a:pPr>
              <a:defRPr sz="1400"/>
            </a:pPr>
            <a:r>
              <a:t>店铺/卖家：奶油酱酱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链接：https://www.goofish.com/item?id=1067016469031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#5  超自然行动组【小熊猫，血C,维雨，繁星，神威】 【24小时自动发货】无需问在不在，全天拍下秒发货 超自然显棺除雾，附带完整教程  安卓可以拍！ iOS，鸿蒙勿拍！ ❗  ❗   ❗  无需问能不能用，能上架就是能用 仅支持安卓系统！！！新版本超自然，小熊猫，维雨，Dany，血C，等等...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店铺/卖家：网络通讯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链接：https://www.goofish.com/item?id=1064487244282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#6  【超自然行动组【小熊猫，血C，巫灵儿，杰瑞，梦梦.等等】 【24小时自动发货】无需问在不在，全天拍下秒发货  注：不含人工教学，里面有详细视频教程 ios，安卓可以拍！ios需自备全能签 鸿蒙勿拍！  无需问能不能用，能上架就是能用 新版本超自然，小熊猫，维雨，梦梦，血C，等等都有，后续会持续更...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店铺/卖家：小小懒猫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链接：https://www.goofish.com/item?id=1086650672888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#7  9.9开天宫（纯绿） 【超自然行动组·云南虫谷·开天宫·纯绿】 [绿圆]高质量百人大团，下单开打！ [绿圆]纯绿陪陪，技术有保障 [绿圆]售后超级好！！！有任何问题第一时间解决，绝不拖沓敷衍 [绿圆]内有点群 [闪亮]...</a:t>
            </a:r>
          </a:p>
          <a:p>
            <a:pPr>
              <a:defRPr sz="1400"/>
            </a:pPr>
            <a:r>
              <a:t>价格：9.99    销量/想要：</a:t>
            </a:r>
          </a:p>
          <a:p>
            <a:pPr>
              <a:defRPr sz="1400"/>
            </a:pPr>
            <a:r>
              <a:t>店铺/卖家：超自然行动组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链接：https://www.goofish.com/item?id=1064155671003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#8  超自然行动组PC端ACE强势回归｜免登录免注册，无账号绑定， 效果全开，支持自定义按键，操作极简，安装直接用，下单秒发货，激活即用，全新算法驱动，体验拉满！  1. 操作极简：安装成功→输入卡密→登录→上游戏，即可使用，无需复杂设置 2. 发货极速：24小时自动发货，不耽...</a:t>
            </a:r>
          </a:p>
          <a:p>
            <a:pPr>
              <a:defRPr sz="1400"/>
            </a:pPr>
            <a:r>
              <a:t>价格：9    销量/想要：</a:t>
            </a:r>
          </a:p>
          <a:p>
            <a:pPr>
              <a:defRPr sz="1400"/>
            </a:pPr>
            <a:r>
              <a:t>店铺/卖家：天晴游戏小铺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链接：https://www.goofish.com/item?id=1066114099851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#9  超自然行动组白鼬变变变一只仅需3.5! 白鼬变变变一只3.5r！ 白鼬变变变两只7r！ 白鼬变变变三只10.5r！ 白鼬变变变五只17.5r！ 白鼬变变变十只36r! 【强烈推荐 一次性玩到爽】 【有保底！第一张就是保底图！】 玩法介绍：陪陪带板板去蜀道路口丢白鼬 ...</a:t>
            </a:r>
          </a:p>
          <a:p>
            <a:pPr>
              <a:defRPr sz="1400"/>
            </a:pPr>
            <a:r>
              <a:t>价格：3.5    销量/想要：</a:t>
            </a:r>
          </a:p>
          <a:p>
            <a:pPr>
              <a:defRPr sz="1400"/>
            </a:pPr>
            <a:r>
              <a:t>店铺/卖家：幸运俱乐部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链接：https://www.goofish.com/item?id=1084583100038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#10  超自然行动组摸金辅助【小熊猫】 超自然显棺除雾辅助，附带教程安卓可以拍！iOS，鸿蒙勿拍！❗  ❗   ❗无需问能不能用，能上架就是能用仅支持安卓系统！！！最新版本超自然辅助，我给你们测试过了，自带检测规避，目前检测不到，不封号注：给你们发的都是最新版，会持续更新        目前功能：除雾➕显⚰➕夜视➕透视➕显示金的位置➕怪物显示➕距离显示免责声明：本商品所标识的价格，是对本店搜集、整理资料以及本店运营必需的费用支付的适当补偿，资料索取者尊重版权方的知识产权，若遇到侵权投诉，本申明将作为申诉依据。仅供学习使用，不可商用，商用请在官方渠道支持。！【免责声明】01、本店上架的素材、资料、软件等，均来源于网络，版权归原作者所有，本店不对涉及的版权问题负法律责任。02、本费用为个人收集资料整理费，如有侵权请联系下架03、不支持退款，下单前看清需求，有问题随时聊✅可直接拍，人工发货✅由于资料具有可复制性，发货后不支持退款，感谢理解与支持，亲亲＾3＾祝您生活愉快！</a:t>
            </a:r>
          </a:p>
          <a:p>
            <a:pPr>
              <a:defRPr sz="1400"/>
            </a:pPr>
            <a:r>
              <a:t>价格：1.5    销量/想要：</a:t>
            </a:r>
          </a:p>
          <a:p>
            <a:pPr>
              <a:defRPr sz="1400"/>
            </a:pPr>
            <a:r>
              <a:t>店铺/卖家：已读不回卡收货替我挡灾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链接：https://www.goofish.com/item?id=1060502239503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#11  【安卓玩家必备！】超自然行动组辅助合集｜安卓专用｜功能全｜持 续更新  辅助合集里各种功能都有，地图显棺、除雾、夜视、导航、虚拟传送、加速、拾取、范围近战啥都有，主播同款，市面有的功能基本全了，部分功能还在持续更新，买一次就够用！  虚拟商品，拍下秒发，操作简单，不用root，直接用，省心省力～  有...</a:t>
            </a:r>
          </a:p>
          <a:p>
            <a:pPr>
              <a:defRPr sz="1400"/>
            </a:pPr>
            <a:r>
              <a:t>价格：6.66    销量/想要：</a:t>
            </a:r>
          </a:p>
          <a:p>
            <a:pPr>
              <a:defRPr sz="1400"/>
            </a:pPr>
            <a:r>
              <a:t>店铺/卖家：小怀店铺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链接：https://www.goofish.com/item?id=1086584936390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#12  超自然行动组铲铲币 农场送花=赠送铲铲币 超自然最新更新：一天只能收10朵花，游戏规则，安全高效速度快，1分钟一百万 下单流程：下单--发送链接--确定能实时收 花-填写工号提交--农场等待收花  下列词借流用 逍遥 薇薇安 圣光之渝 赤练将军 巫灵儿 厄狼...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店铺/卖家：超自然产产币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链接：https://www.goofish.com/item?id=1087364778253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#13  超自然行动组盲盒号，可换绑可直拍 [1]保底1粉皮 [2]保底1金皮 [3]保底小白号/新号  流程：付完后我会录屏转转盘，图二为转盘，转到哪个发哪个(所有账号均可换绑)  当天收货可包七天售后(骂人事妈除外) 盲盒账号售出不退不换，下单即为同意  不允许模仿借鉴 原创正...</a:t>
            </a:r>
          </a:p>
          <a:p>
            <a:pPr>
              <a:defRPr sz="1400"/>
            </a:pPr>
            <a:r>
              <a:t>价格：9.9    销量/想要：</a:t>
            </a:r>
          </a:p>
          <a:p>
            <a:pPr>
              <a:defRPr sz="1400"/>
            </a:pPr>
            <a:r>
              <a:t>店铺/卖家：奶油酱酱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链接：https://www.goofish.com/item?id=1066276335407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#14  【秒发】超自然行动组1.8r20只狼 虚拟道具，邮箱赠送，直拍即可，秒发货！  【数量】20只厄狼 【发货】邮箱秒发，自动发货 【售后】虚拟商品，一经售出不退不换，下单默认成年，老板直接拍  需要的直接拍，细节私聊～</a:t>
            </a:r>
          </a:p>
          <a:p>
            <a:pPr>
              <a:defRPr sz="1400"/>
            </a:pPr>
            <a:r>
              <a:t>价格：1.8    销量/想要：</a:t>
            </a:r>
          </a:p>
          <a:p>
            <a:pPr>
              <a:defRPr sz="1400"/>
            </a:pPr>
            <a:r>
              <a:t>店铺/卖家：月亮碰瓷侠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链接：https://www.goofish.com/item?id=1040802256770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#15  【超自然行动组·秦岭龙宫六星连珠·神龙无保底·圣杯无保底·纯 绿】24小时在线·不满意包退 [火]纯绿➕俱乐部➕审核要求严苛三重保障 [火]18小时在线，下单秒上号，无需等待 [火]开业以来600多条真实好评，无一条纠纷，数百位板宝强烈推荐！！！ [火]价格优惠，没有高价，良心买卖 7点...</a:t>
            </a:r>
          </a:p>
          <a:p>
            <a:pPr>
              <a:defRPr sz="1400"/>
            </a:pPr>
            <a:r>
              <a:t>价格：5.99    销量/想要：</a:t>
            </a:r>
          </a:p>
          <a:p>
            <a:pPr>
              <a:defRPr sz="1400"/>
            </a:pPr>
            <a:r>
              <a:t>店铺/卖家：超自然行动组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链接：https://www.goofish.com/item?id=1043647381190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