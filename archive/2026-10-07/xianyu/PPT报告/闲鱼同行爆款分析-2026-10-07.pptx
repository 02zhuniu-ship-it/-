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闲鱼同行爆款分析</a:t>
            </a:r>
          </a:p>
          <a:p>
            <a:pPr>
              <a:defRPr sz="1800"/>
            </a:pPr>
            <a:r>
              <a:t>2026-10-07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店铺/卖家：你最爱的票卷bb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链接：https://www.goofish.com/item?id=1084414636105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超自然行动组【小熊猫，血C,维雨，繁星，神威】 【24小时自动发货】无需问在不在，全天拍下秒发货 超自然显棺除雾，附带完整教程  安卓可以拍！ iOS，鸿蒙勿拍！ ❗  ❗   ❗  无需问能不能用，能上架就是能用 仅支持安卓系统！！！新版本超自然，小熊猫，维雨，Dany，血C，等等...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店铺/卖家：网络通讯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链接：https://www.goofish.com/item?id=1064487244282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超自然行动组饿了么联动头套兑换码 淘宝闪购联动头套 拍下秒发兑换码，虚拟商品，直接到账 安卓苹果都能用，操作简单  拍下后会发兑换码 根据教程进行兑换 如果兑换失败支持无理由退款 链接在就是有货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店铺/卖家：虎鲸卡劵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链接：https://www.goofish.com/item?id=1069030833276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超自然行动组摸金辅助【小熊猫】 超自然显棺除雾辅助，附带教程安卓可以拍！iOS，鸿蒙勿拍！❗  ❗   ❗无需问能不能用，能上架就是能用仅支持安卓系统！！！最新版本超自然辅助，我给你们测试过了，自带检测规避，目前检测不到，不封号注：给你们发的都是最新版，会持续更新        目前功能：除雾➕显⚰➕夜视➕透视➕显示金的位置➕怪物显示➕距离显示免责声明：本商品所标识的价格，是对本店搜集、整理资料以及本店运营必需的费用支付的适当补偿，资料索取者尊重版权方的知识产权，若遇到侵权投诉，本申明将作为申诉依据。仅供学习使用，不可商用，商用请在官方渠道支持。！【免责声明】01、本店上架的素材、资料、软件等，均来源于网络，版权归原作者所有，本店不对涉及的版权问题负法律责任。02、本费用为个人收集资料整理费，如有侵权请联系下架03、不支持退款，下单前看清需求，有问题随时聊✅可直接拍，人工发货✅由于资料具有可复制性，发货后不支持退款，感谢理解与支持，亲亲＾3＾祝您生活愉快！</a:t>
            </a:r>
          </a:p>
          <a:p>
            <a:pPr>
              <a:defRPr sz="1400"/>
            </a:pPr>
            <a:r>
              <a:t>价格：1.5    销量/想要：</a:t>
            </a:r>
          </a:p>
          <a:p>
            <a:pPr>
              <a:defRPr sz="1400"/>
            </a:pPr>
            <a:r>
              <a:t>店铺/卖家：已读不回卡收货替我挡灾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链接：https://www.goofish.com/item?id=1060502239503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1.56r出【超自然行动组-中华小厨娘】兑换码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店铺/卖家：北周潜水黑水母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链接：https://www.goofish.com/item?id=1084574729465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超自然行动组铲铲币 农场送花=赠送铲铲币 超自然最新更新：一天只能收10朵花，游戏规则，安全高效速度快，1分钟一百万 下单流程：下单--发送链接--确定能实时收 花-填写工号提交--农场等待收花  下列词借流用 逍遥 薇薇安 圣光之渝 赤练将军 巫灵儿 厄狼...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店铺/卖家：超自然产产币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链接：https://www.goofish.com/item?id=1087364778253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最新安卓小熊猫118.0，四队24.0等限时最新超自然行动组 直装科技，还有其他辅助 摸金除雾助手多队通用  适配云南虫谷 目前此直装公益，每天保持更新，日后每天都可以永久使用    公益使用，发网盘迅雷，包更新 想支持就拍，不拍也可以直接给我发数字1，自动发 安卓用的，没有苹果</a:t>
            </a:r>
          </a:p>
          <a:p>
            <a:pPr>
              <a:defRPr sz="1400"/>
            </a:pPr>
            <a:r>
              <a:t>价格：1.99    销量/想要：</a:t>
            </a:r>
          </a:p>
          <a:p>
            <a:pPr>
              <a:defRPr sz="1400"/>
            </a:pPr>
            <a:r>
              <a:t>店铺/卖家：咪呜咪呜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链接：https://www.goofish.com/item?id=1084802477967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超自然行动组排行榜地区改战区 标价即售价，改完就下号  [黄圆]香港、澳门、台湾等全国可改  [红旗]游戏规定30天内仅可更改一次 三十天内改过一次的不用下单 随时都可以改，三分钟改完</a:t>
            </a:r>
          </a:p>
          <a:p>
            <a:pPr>
              <a:defRPr sz="1400"/>
            </a:pPr>
            <a:r>
              <a:t>价格：1.3    销量/想要：</a:t>
            </a:r>
          </a:p>
          <a:p>
            <a:pPr>
              <a:defRPr sz="1400"/>
            </a:pPr>
            <a:r>
              <a:t>店铺/卖家：阿冰工作室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链接：https://www.goofish.com/item?id=1084050653856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超自然行动组 瑶台梦皮肤账号 虚拟物品 拍下直接发账号信息 皮肤展示 角色套装 道具权益都有 支持安卓苹果 永久账号 自行领取 操作简单 安全靠谱 有问题随时聊 细节可私信 喜欢直接拍～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店铺/卖家：冷酷的你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链接：https://www.goofish.com/item?id=1064137823567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店铺/卖家：诚信CDK秒兑专店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链接：https://www.goofish.com/item?id=1087554042105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超自然行动组小熊猫神圣1.5元 有神打，单神圣，月打，单月光属性[闪亮][闪亮][火]神圣+打工人 2.5元[火]单神圣属性 1.5元[火]月光+打工人属性 1.5元[火]单月光属性 1元随机属性2元20只赠送全天在线，邮箱发货！</a:t>
            </a:r>
          </a:p>
          <a:p>
            <a:pPr>
              <a:defRPr sz="1400"/>
            </a:pPr>
            <a:r>
              <a:t>价格：1.5    销量/想要：</a:t>
            </a:r>
          </a:p>
          <a:p>
            <a:pPr>
              <a:defRPr sz="1400"/>
            </a:pPr>
            <a:r>
              <a:t>店铺/卖家：繁星虚拟产品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链接：https://www.goofish.com/item?id=1090708812335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超自然行动组安卓摸金辅助9.20号更新，每天都更新，摸金流畅 不闪退，能拍就能用 晚点收货可以，卡两三天不收货或者一直不收货的不要拍了，有问题先看里面教程不会再问我，没回就是在睡觉，但是是自动发货 支持全图除雾+全图显棺+夜视+物资显示 教会安装+使用  鸿蒙用不了，ios必定用不了，不支持PC  ...</a:t>
            </a:r>
          </a:p>
          <a:p>
            <a:pPr>
              <a:defRPr sz="1400"/>
            </a:pPr>
            <a:r>
              <a:t>价格：2.88    销量/想要：</a:t>
            </a:r>
          </a:p>
          <a:p>
            <a:pPr>
              <a:defRPr sz="1400"/>
            </a:pPr>
            <a:r>
              <a:t>店铺/卖家：芜湖湖湖湖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链接：https://www.goofish.com/item?id=1083881091430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超自然行动组主页代挂美化，最低可到5块一个月 美化词欢迎私聊咨询  主页美化+代挂服务，稳定靠谱，系统操作，全天在线，售后有保障～  需要更多词汇都可以私聊  细节都能问，喜欢直接拍！</a:t>
            </a:r>
          </a:p>
          <a:p>
            <a:pPr>
              <a:defRPr sz="1400"/>
            </a:pPr>
            <a:r>
              <a:t>价格：1.8    销量/想要：</a:t>
            </a:r>
          </a:p>
          <a:p>
            <a:pPr>
              <a:defRPr sz="1400"/>
            </a:pPr>
            <a:r>
              <a:t>店铺/卖家：黄雪小铺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链接：https://www.goofish.com/item?id=1048016900226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超自然行动组ID  拍1发6  秒改二字id  两字id盲盒 中文ID 双字ID 拍下秒发 双区都可 不含生僻字 发6个给你挑。买家自备改名卡  ❤️标价就是卖价 拍1发6 ❤️没有词组，没有极品 ❤️接定制 （找客服沟通定制内容或指定字，定制不是标价！需提前找客服说明！）  ❤️性价比超高，拍下我...</a:t>
            </a:r>
          </a:p>
          <a:p>
            <a:pPr>
              <a:defRPr sz="1400"/>
            </a:pPr>
            <a:r>
              <a:t>价格：2.88    销量/想要：</a:t>
            </a:r>
          </a:p>
          <a:p>
            <a:pPr>
              <a:defRPr sz="1400"/>
            </a:pPr>
            <a:r>
              <a:t>店铺/卖家：奶糖id小铺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链接：https://www.goofish.com/item?id=1080538099926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超自然行动组抓怪陪，1r/局 [五角星]我玩儿莉莉辅助板板抓怪，会带1额外背包+1腰包摸金符+1除颤+2电击枪+1桃木剑+1传送  [火]该链接莉莉陪不包撤[火] 有需要随时聊，欢迎来问～1传送  [红圆]该链接莉莉陪不包撤[火] 有需要随时聊，欢迎来问～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店铺/卖家：奶油酱酱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链接：https://www.goofish.com/item?id=1062872542988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