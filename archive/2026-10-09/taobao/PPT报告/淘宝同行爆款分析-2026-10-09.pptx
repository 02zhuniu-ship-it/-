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淘宝同行爆款分析</a:t>
            </a:r>
          </a:p>
          <a:p>
            <a:pPr>
              <a:defRPr sz="1800"/>
            </a:pPr>
            <a:r>
              <a:t>2026-10-09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正版卡遊超自然行動組卡片趣影包2元包收藏卡牌兩元卡包遊戲周邊</a:t>
            </a:r>
          </a:p>
          <a:p>
            <a:pPr>
              <a:defRPr sz="1400"/>
            </a:pPr>
            <a:r>
              <a:t>价格：39.8    销量/想要：1</a:t>
            </a:r>
          </a:p>
          <a:p>
            <a:pPr>
              <a:defRPr sz="1400"/>
            </a:pPr>
            <a:r>
              <a:t>店铺/卖家：赤寶母嬰專營店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卖点：包</a:t>
            </a:r>
          </a:p>
          <a:p>
            <a:pPr>
              <a:defRPr sz="1400"/>
            </a:pPr>
            <a:r>
              <a:t>链接：https://world.taobao.com/item/1080822682056.htm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【現貨】超自然行動組 怪怪奇奇系列 馬口鐵徽章 吧唧 官谷 周邊</a:t>
            </a:r>
          </a:p>
          <a:p>
            <a:pPr>
              <a:defRPr sz="1400"/>
            </a:pPr>
            <a:r>
              <a:t>价格：15    销量/想要：2</a:t>
            </a:r>
          </a:p>
          <a:p>
            <a:pPr>
              <a:defRPr sz="1400"/>
            </a:pPr>
            <a:r>
              <a:t>店铺/卖家：超自然行動組旗艦店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链接：https://world.taobao.com/item/1036383446543.htm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超自然行動組剷剷幣號初始號超自然1億剷剷幣號新手號可自動發貨</a:t>
            </a:r>
          </a:p>
          <a:p>
            <a:pPr>
              <a:defRPr sz="1400"/>
            </a:pPr>
            <a:r>
              <a:t>价格：6    销量/想要：3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链接：https://world.taobao.com/item/1002598902343.htm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链接：https://world.taobao.com/item/1030111739006.htm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超自然行動組剷剷號資源號安卓蘋果官服號可換綁1億剷剷幣帳號</a:t>
            </a:r>
          </a:p>
          <a:p>
            <a:pPr>
              <a:defRPr sz="1400"/>
            </a:pPr>
            <a:r>
              <a:t>价格：0.6    销量/想要：5</a:t>
            </a:r>
          </a:p>
          <a:p>
            <a:pPr>
              <a:defRPr sz="1400"/>
            </a:pPr>
            <a:r>
              <a:t>店铺/卖家：002光遇愛心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链接：https://world.taobao.com/item/992441134148.htm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超自然行動組剷剷幣初始號1億剷剷幣號5000W新手帳號安卓蘋果官服</a:t>
            </a:r>
          </a:p>
          <a:p>
            <a:pPr>
              <a:defRPr sz="1400"/>
            </a:pPr>
            <a:r>
              <a:t>价格：1.98    销量/想要：6</a:t>
            </a:r>
          </a:p>
          <a:p>
            <a:pPr>
              <a:defRPr sz="1400"/>
            </a:pPr>
            <a:r>
              <a:t>店铺/卖家：薇薇網路遊戲雜貨店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链接：https://world.taobao.com/item/1046229228955.htm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超自然行動組金磚代充特權卡豪華魔盒30 68 128 328 648 60</a:t>
            </a:r>
          </a:p>
          <a:p>
            <a:pPr>
              <a:defRPr sz="1400"/>
            </a:pPr>
            <a:r>
              <a:t>价格：30    销量/想要：7</a:t>
            </a:r>
          </a:p>
          <a:p>
            <a:pPr>
              <a:defRPr sz="1400"/>
            </a:pPr>
            <a:r>
              <a:t>店铺/卖家：李白遊戲充值服務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链接：https://world.taobao.com/item/945145533254.htm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【自動充值】超自然行動組60 300 680 980 1980 6480金磚充值</a:t>
            </a:r>
          </a:p>
          <a:p>
            <a:pPr>
              <a:defRPr sz="1400"/>
            </a:pPr>
            <a:r>
              <a:t>价格：6.5    销量/想要：8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链接：https://world.taobao.com/item/1029942448279.htm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超自然行動組金磚代充 30元316金磚 工號充值 活動獎勵同步ID直充</a:t>
            </a:r>
          </a:p>
          <a:p>
            <a:pPr>
              <a:defRPr sz="1400"/>
            </a:pPr>
            <a:r>
              <a:t>价格：25.98    销量/想要：9</a:t>
            </a:r>
          </a:p>
          <a:p>
            <a:pPr>
              <a:defRPr sz="1400"/>
            </a:pPr>
            <a:r>
              <a:t>店铺/卖家：鼎貴遊戲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链接：https://world.taobao.com/item/1065154775616.htm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超自然行動組1億剷剷號資源號安卓蘋果官服號可換綁剷剷幣帳號</a:t>
            </a:r>
          </a:p>
          <a:p>
            <a:pPr>
              <a:defRPr sz="1400"/>
            </a:pPr>
            <a:r>
              <a:t>价格：0.6    销量/想要：10</a:t>
            </a:r>
          </a:p>
          <a:p>
            <a:pPr>
              <a:defRPr sz="1400"/>
            </a:pPr>
            <a:r>
              <a:t>店铺/卖家：超自然剷剷幣號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链接：https://world.taobao.com/item/1041905004350.htm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销量/想要：11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链接：https://world.taobao.com/item/1027545407774.htm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超自然行動組剷剷幣號剷剷幣帳號管服手機PC通用可換綁1億剷剷幣</a:t>
            </a:r>
          </a:p>
          <a:p>
            <a:pPr>
              <a:defRPr sz="1400"/>
            </a:pPr>
            <a:r>
              <a:t>价格：6    销量/想要：12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链接：https://world.taobao.com/item/1063547557024.htm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销量/想要：13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链接：https://world.taobao.com/item/1031707681736.htm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超自然行動組科技輔助腳本 支持手遊 模擬器 直裝最新版本</a:t>
            </a:r>
          </a:p>
          <a:p>
            <a:pPr>
              <a:defRPr sz="1400"/>
            </a:pPr>
            <a:r>
              <a:t>价格：1    销量/想要：14</a:t>
            </a:r>
          </a:p>
          <a:p>
            <a:pPr>
              <a:defRPr sz="1400"/>
            </a:pPr>
            <a:r>
              <a:t>店铺/卖家：Mod手遊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链接：https://world.taobao.com/item/976786028886.htm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超自然行動組剷剷幣號1000w-1億可免費改名可換綁</a:t>
            </a:r>
          </a:p>
          <a:p>
            <a:pPr>
              <a:defRPr sz="1400"/>
            </a:pPr>
            <a:r>
              <a:t>价格：0.8    销量/想要：15</a:t>
            </a:r>
          </a:p>
          <a:p>
            <a:pPr>
              <a:defRPr sz="1400"/>
            </a:pPr>
            <a:r>
              <a:t>店铺/卖家：鵬鵬超自然小店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链接：https://world.taobao.com/item/1057307932072.htm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