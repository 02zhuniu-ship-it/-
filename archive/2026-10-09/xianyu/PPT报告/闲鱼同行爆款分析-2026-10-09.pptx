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闲鱼同行爆款分析</a:t>
            </a:r>
          </a:p>
          <a:p>
            <a:pPr>
              <a:defRPr sz="1800"/>
            </a:pPr>
            <a:r>
              <a:t>2026-10-09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超自然行动组饿了么联动头套兑换码 淘宝闪购联动头套 拍下秒发兑换码，虚拟商品，直接到账 安卓苹果都能用，操作简单  拍下后会发兑换码 根据教程进行兑换 如果兑换失败支持无理由退款 链接在就是有货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店铺/卖家：虎鲸卡劵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链接：https://www.goofish.com/item?id=1069030833276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超自然行动组铲铲币 农场送花=赠送铲铲币 超自然最新更新：一天只能收10朵花，游戏规则，安全高效速度快，1分钟一百万 下单流程：下单--发送链接--确定能实时收 花-填写工号提交--农场等待收花  下列词借流用 逍遥 薇薇安 圣光之渝 赤练将军 巫灵儿 厄狼...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店铺/卖家：超自然产产币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链接：https://www.goofish.com/item?id=1087364778253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超自然行动组安卓摸金辅助9.20号更新，每天都更新，摸金流畅 不闪退，能拍就能用 晚点收货可以，卡两三天不收货或者一直不收货的不要拍了，有问题先看里面教程不会再问我，没回就是在睡觉，但是是自动发货 支持全图除雾+全图显棺+夜视+物资显示 教会安装+使用  鸿蒙用不了，ios必定用不了，不支持PC  ...</a:t>
            </a:r>
          </a:p>
          <a:p>
            <a:pPr>
              <a:defRPr sz="1400"/>
            </a:pPr>
            <a:r>
              <a:t>价格：2.88    销量/想要：</a:t>
            </a:r>
          </a:p>
          <a:p>
            <a:pPr>
              <a:defRPr sz="1400"/>
            </a:pPr>
            <a:r>
              <a:t>店铺/卖家：芜湖湖湖湖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链接：https://www.goofish.com/item?id=1083881091430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超自然行动组抓怪陪，1r/局 [五角星]我玩儿莉莉辅助板板抓怪，会带1额外背包+1腰包摸金符+1除颤+2电击枪+1桃木剑+1传送  [火]该链接莉莉陪不包撤[火] 有需要随时聊，欢迎来问～1传送  [红圆]该链接莉莉陪不包撤[火] 有需要随时聊，欢迎来问～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店铺/卖家：奶油酱酱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链接：https://www.goofish.com/item?id=1062872542988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超自然行动组【小熊猫，血C,维雨，繁星，神威】 【24小时自动发货】无需问在不在，全天拍下秒发货 超自然显棺除雾，附带完整教程  安卓可以拍！ iOS，鸿蒙勿拍！ ❗  ❗   ❗  无需问能不能用，能上架就是能用 仅支持安卓系统！！！新版本超自然，小熊猫，维雨，Dany，血C，等等...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店铺/卖家：网络通讯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链接：https://www.goofish.com/item?id=1064487244282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超自然行动组 瑶台梦皮肤账号 虚拟物品 拍下直接发账号信息 皮肤展示 角色套装 道具权益都有 支持安卓苹果 永久账号 自行领取 操作简单 安全靠谱 有问题随时聊 细节可私信 喜欢直接拍～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店铺/卖家：冷酷的你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链接：https://www.goofish.com/item?id=1064137823567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1.56r出【超自然行动组-中华小厨娘】兑换码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店铺/卖家：北周潜水黑水母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链接：https://www.goofish.com/item?id=1084574729465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店铺/卖家：你最爱的票卷bb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链接：https://www.goofish.com/item?id=1084414636105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超自然行动组ID  拍1发6  秒改二字id  两字id盲盒 中文ID 双字ID 拍下秒发 双区都可 不含生僻字 发6个给你挑。买家自备改名卡  ❤️标价就是卖价 拍1发6 ❤️没有词组，没有极品 ❤️接定制 （找客服沟通定制内容或指定字，定制不是标价！需提前找客服说明！）  ❤️性价比超高，拍下我...</a:t>
            </a:r>
          </a:p>
          <a:p>
            <a:pPr>
              <a:defRPr sz="1400"/>
            </a:pPr>
            <a:r>
              <a:t>价格：2.88    销量/想要：</a:t>
            </a:r>
          </a:p>
          <a:p>
            <a:pPr>
              <a:defRPr sz="1400"/>
            </a:pPr>
            <a:r>
              <a:t>店铺/卖家：奶糖id小铺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链接：https://www.goofish.com/item?id=1080538099926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超自然行动组【小熊猫，血C,维雨，繁星，神威】 【24小时自动发货】无需问在不在，全天拍下秒发货  注：不含人工教学，里面有详细视频教程 ios，安卓可以拍！ios需自备全能签！！！ 鸿蒙勿拍！ ❗  ❗   ❗  无需问能不能用，能上架就是能用 新版本超自然，小熊猫，维雨，梦梦，血C...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店铺/卖家：小小懒猫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链接：https://www.goofish.com/item?id=1089501104058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店铺/卖家：诚信CDK秒兑专店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链接：https://www.goofish.com/item?id=1087554042105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超自然行动组饿了么联动头套兑换码 淘宝闪购联动头套 拍下秒发兑换码，虚拟商品，直接到账 安卓苹果都能用，操作简单  拍下后会发兑换码 根据教程进行兑换 如果兑换失败支持无理由退款 链接在就是有货</a:t>
            </a:r>
          </a:p>
          <a:p>
            <a:pPr>
              <a:defRPr sz="1400"/>
            </a:pPr>
            <a:r>
              <a:t>价格：8.13    销量/想要：</a:t>
            </a:r>
          </a:p>
          <a:p>
            <a:pPr>
              <a:defRPr sz="1400"/>
            </a:pPr>
            <a:r>
              <a:t>店铺/卖家：有趣的鱿鱼花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链接：https://www.goofish.com/item?id=1074282295354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超自然行动组出号，标价出不刀 超自然行动组出号，标价出不刀 小黄遗失的童话/故宫皮+莉莉情公主 +薇薇安128魔盒+阿念128魔盒/故宫皮 +巫铃儿素影瑶光+爱丽丝故宫皮/丝缕哀歌 小黄耀世9抽 薇薇安耀世6抽 小鲨匕首5抽 小狗蛇点点3抽 现赛季魔盒满级，铲铲币几...</a:t>
            </a:r>
          </a:p>
          <a:p>
            <a:pPr>
              <a:defRPr sz="1400"/>
            </a:pPr>
            <a:r>
              <a:t>价格：2.16    销量/想要：</a:t>
            </a:r>
          </a:p>
          <a:p>
            <a:pPr>
              <a:defRPr sz="1400"/>
            </a:pPr>
            <a:r>
              <a:t>店铺/卖家：后晋摩羯座海笋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链接：https://www.goofish.com/item?id=1089708277442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【超自然行动组】低价厄狼！！！ 厄狼的葫芦标价20只，虚拟道具，邮箱秒发～拍下备注游戏ID就行!仅需1.2</a:t>
            </a:r>
          </a:p>
          <a:p>
            <a:pPr>
              <a:defRPr sz="1400"/>
            </a:pPr>
            <a:r>
              <a:t>价格：1.2    销量/想要：</a:t>
            </a:r>
          </a:p>
          <a:p>
            <a:pPr>
              <a:defRPr sz="1400"/>
            </a:pPr>
            <a:r>
              <a:t>店铺/卖家：大侠阿木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链接：https://www.goofish.com/item?id=1073110645822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【秒发】超自然行动组1.8r20只狼 虚拟道具，邮箱赠送，直拍即可，秒发货！  【数量】20只厄狼 【发货】邮箱秒发，自动发货 【售后】虚拟商品，一经售出不退不换，下单默认成年，老板直接拍  需要的直接拍，细节私聊～</a:t>
            </a:r>
          </a:p>
          <a:p>
            <a:pPr>
              <a:defRPr sz="1400"/>
            </a:pPr>
            <a:r>
              <a:t>价格：1.8    销量/想要：</a:t>
            </a:r>
          </a:p>
          <a:p>
            <a:pPr>
              <a:defRPr sz="1400"/>
            </a:pPr>
            <a:r>
              <a:t>店铺/卖家：月亮碰瓷侠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链接：https://www.goofish.com/item?id=1040802256770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