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2026-10-03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超自然2.88永久极品盲盒号（两天内可免费换绑） 库存不多（ 拍下秒发）（特惠活动）   2.88是特价活动（24小时自动发货 )   宝宝们可以许愿哈（许愿概率增加5％）   概率出红皮 绝版限定皮肤 新年限定皮肤（非免费改名）   高概率开出金皮 紫皮 道具皮肤 1亿+ 铲铲币号等   低概率出隐...</a:t>
            </a:r>
          </a:p>
          <a:p>
            <a:pPr>
              <a:defRPr sz="1400"/>
            </a:pPr>
            <a:r>
              <a:t>价格：2.58    销量/想要：</a:t>
            </a:r>
          </a:p>
          <a:p>
            <a:pPr>
              <a:defRPr sz="1400"/>
            </a:pPr>
            <a:r>
              <a:t>店铺/卖家：火山星看综艺的雪蟹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链接：https://www.goofish.com/item?id=1069959485577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标价出【超自然行动组-中华小厨娘】cdk兑换码 官方全渠道可用！ 官方CDK兑换，下单自动秒发兑换码 虚拟商品，付款后立马发 【注意：如领取失败支持无理由退款】 需要直接拍，有问题随时私聊 链接还在就是还有货</a:t>
            </a:r>
          </a:p>
          <a:p>
            <a:pPr>
              <a:defRPr sz="1400"/>
            </a:pPr>
            <a:r>
              <a:t>价格：1.03    销量/想要：</a:t>
            </a:r>
          </a:p>
          <a:p>
            <a:pPr>
              <a:defRPr sz="1400"/>
            </a:pPr>
            <a:r>
              <a:t>店铺/卖家：火锅店心不在焉的巨型乌贼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链接：https://www.goofish.com/item?id=1061361957793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最新超自然安卓小熊猫123.0，四队36.0等限时最新超自然 行动组科技，还有其他辅助摸金除雾四队通用  适配云南虫谷发网盘迅雷，包更新可以直接给我发数字1，自动发给你安卓用的。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店铺/卖家：集市唱歌扰民的樱桃橙子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链接：https://www.goofish.com/item?id=1080167309391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超自然行动组摸金辅助【小熊猫】 超自然显棺除雾辅助，附带完整教程安卓可以拍！iOS，鸿蒙勿拍！❗  ❗   ❗无需问能不能用，能上架就是能用仅支持安卓系统！！！最新版本超自然辅助，我给你们测试过了，自带检测规避，目前检测不到，不封号注：给你们发的都是最新版，会持续更新        目前功能：除雾➕显⚰➕夜视➕透视➕显示金的位置➕怪物显示➕距离显示免责声明：本商品所标识的价格，是对本店搜集、整理资料以及本店运营必需的费用支付的适当补偿，资料索取者尊重版权方的知识产权，若遇到侵权投诉，本申明将作为申诉依据。仅供学习使用，不可商用，商用请在官方渠道支持。！【免责声明】01、本店上架的素材、资料、软件等，均来源于网络，版权归原作者所有，本店不对涉及的版权问题负法律责任。02、本费用为个人收集资料整理费，如有侵权请联系下架03、不支持退款，下单前看清需求，有问题随时聊✅可直接拍，人工发货✅由于资料具有可复制性，发货后不支持退款，感谢理解与支持，亲亲＾3＾祝您生活愉快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店铺/卖家：已读不回卡收货替我挡灾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链接：https://www.goofish.com/item?id=1060502239503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9.9开天宫（纯绿） 【超自然行动组·云南虫谷·开天宫·纯绿】 [绿圆]高质量百人大团，下单开打！ [绿圆]纯绿陪陪，技术有保障 [绿圆]售后超级好！！！有任何问题第一时间解决，绝不拖沓敷衍 [绿圆]内有点群 [闪亮]...</a:t>
            </a:r>
          </a:p>
          <a:p>
            <a:pPr>
              <a:defRPr sz="1400"/>
            </a:pPr>
            <a:r>
              <a:t>价格：9.99    销量/想要：</a:t>
            </a:r>
          </a:p>
          <a:p>
            <a:pPr>
              <a:defRPr sz="1400"/>
            </a:pPr>
            <a:r>
              <a:t>店铺/卖家：超自然行动组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链接：https://www.goofish.com/item?id=1064155671003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超自然行动组安卓摸金辅助9.15号更新 • 摸金流畅不闪退，永久包更新 • 视频效果为9.8录制的 有共存版安装包 iQOO 小米 vivo OPPO可用，荣耀部分可用 这些系列平板也可以  支持功能  • 支持全图除雾+全图显棺+夜视+物资显示+...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店铺/卖家：这个消息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链接：https://www.goofish.com/item?id=1087033881051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超自然1.88特价盲盒号｜安卓ios鸿蒙都可 库存不多，拍下秒发，粉丝价2.88，24小时内自动发货可许愿，概率+5%高概率出金皮、紫皮、道具皮肤，1亿+铲铲币低概率隐藏全皮肤账号保底福利：1000w铲铲币+可四队（免费改名）非免费改名，盲盒属性不退不换特价活动持续一个月，喜欢直接拍，细节私聊</a:t>
            </a:r>
          </a:p>
          <a:p>
            <a:pPr>
              <a:defRPr sz="1400"/>
            </a:pPr>
            <a:r>
              <a:t>价格：2    销量/想要：</a:t>
            </a:r>
          </a:p>
          <a:p>
            <a:pPr>
              <a:defRPr sz="1400"/>
            </a:pPr>
            <a:r>
              <a:t>店铺/卖家：hahaha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链接：https://www.goofish.com/item?id=1076295399976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最新超自然公益not辅助【自动发货】 新地图可用，夸克网盘发货，全天24小时自动发货，手机端别拍，拍错不退。  该有的功能都有，四队推荐拍ck 虚拟商品，售出不退不换！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链接：https://www.goofish.com/item?id=1077566275963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 盲盒永久号 祝宝子出金皮哈  已绑定邮箱  可绑电话号 可以改密码 可换绑 可占id 可V付 V付看主页简介备注来意 概率出金皮紫皮道具皮等！！！新增红运卡号马年限定皮号！！还有铲铲币号！ 保底： 小白号 标价为一个号 盲盒不退不换，不要拖确定收货！...</a:t>
            </a:r>
          </a:p>
          <a:p>
            <a:pPr>
              <a:defRPr sz="1400"/>
            </a:pPr>
            <a:r>
              <a:t>价格：4    销量/想要：</a:t>
            </a:r>
          </a:p>
          <a:p>
            <a:pPr>
              <a:defRPr sz="1400"/>
            </a:pPr>
            <a:r>
              <a:t>店铺/卖家：叙寒寂寥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链接：https://www.goofish.com/item?id=1038185737168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