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闲鱼同行爆款分析</a:t>
            </a:r>
          </a:p>
          <a:p>
            <a:pPr>
              <a:defRPr sz="1800"/>
            </a:pPr>
            <a:r>
              <a:t>2026-09-30  ·  15 个商品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  1.56r出【超自然行动组-中华小厨娘】兑换码 官方全渠道可用！ 官方CDK兑换，下单自动秒发兑换码 虚拟商品，付款后立马发 注意：如领取失败支持无理由退款 需要直接拍，有问题随时私聊</a:t>
            </a:r>
          </a:p>
          <a:p>
            <a:pPr>
              <a:defRPr sz="1400"/>
            </a:pPr>
            <a:r>
              <a:t>价格：1.56    销量/想要：</a:t>
            </a:r>
          </a:p>
          <a:p>
            <a:pPr>
              <a:defRPr sz="1400"/>
            </a:pPr>
            <a:r>
              <a:t>店铺/卖家：你最爱的票卷bb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链接：https://www.goofish.com/item?id=1084414636105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#2  超自然行动组【小熊猫，血C,维雨，繁星，神威】 【24小时自动发货】无需问在不在，全天拍下秒发货 超自然显棺除雾，附带完整教程  安卓可以拍！ iOS，鸿蒙勿拍！ ❗  ❗   ❗  无需问能不能用，能上架就是能用 仅支持安卓系统！！！新版本超自然，小熊猫，维雨，Dany，血C，等等...</a:t>
            </a:r>
          </a:p>
          <a:p>
            <a:pPr>
              <a:defRPr sz="1400"/>
            </a:pPr>
            <a:r>
              <a:t>价格：1    销量/想要：</a:t>
            </a:r>
          </a:p>
          <a:p>
            <a:pPr>
              <a:defRPr sz="1400"/>
            </a:pPr>
            <a:r>
              <a:t>店铺/卖家：网络通讯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链接：https://www.goofish.com/item?id=1064487244282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#3  【邮箱发货】超自然行动组，真天王20只 拍下付款后发送:ID➕邮箱赠送哦 邮箱上限未送满20只当天可补（补发小号）过天不补！！ 拍下默认成年，虚拟物品，不退不换，感谢配合～  超自然真天王 真天王超自然葫芦 超自然怪物葫芦</a:t>
            </a:r>
          </a:p>
          <a:p>
            <a:pPr>
              <a:defRPr sz="1400"/>
            </a:pPr>
            <a:r>
              <a:t>价格：2    销量/想要：</a:t>
            </a:r>
          </a:p>
          <a:p>
            <a:pPr>
              <a:defRPr sz="1400"/>
            </a:pPr>
            <a:r>
              <a:t>店铺/卖家：速趴贝吉塔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链接：https://www.goofish.com/item?id=1060082078518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#4  1.56r出【超自然行动组-中华小厨娘】兑换码 1.56r出【超自然行动组-中华小厨娘】兑换码 官方全渠道可用！ 官方CDK兑换，下单自动秒发兑换码 虚拟商品，付款后立马发 注意：如领取失败支持无理由退款 需要直接拍，有问题随时私聊</a:t>
            </a:r>
          </a:p>
          <a:p>
            <a:pPr>
              <a:defRPr sz="1400"/>
            </a:pPr>
            <a:r>
              <a:t>价格：1.56    销量/想要：</a:t>
            </a:r>
          </a:p>
          <a:p>
            <a:pPr>
              <a:defRPr sz="1400"/>
            </a:pPr>
            <a:r>
              <a:t>店铺/卖家：北周潜水黑水母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链接：https://www.goofish.com/item?id=1084574729465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#5  超自然行动组饿了么联动头套兑换码 淘宝闪购联动头套 拍下秒发兑换码，虚拟商品，直接到账 安卓苹果都能用，操作简单  拍下后会发兑换码 根据教程进行兑换 如果兑换失败支持无理由退款 链接在就是有货</a:t>
            </a:r>
          </a:p>
          <a:p>
            <a:pPr>
              <a:defRPr sz="1400"/>
            </a:pPr>
            <a:r>
              <a:t>价格：1    销量/想要：</a:t>
            </a:r>
          </a:p>
          <a:p>
            <a:pPr>
              <a:defRPr sz="1400"/>
            </a:pPr>
            <a:r>
              <a:t>店铺/卖家：虎鲸卡劵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链接：https://www.goofish.com/item?id=1069030833276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#6  超自然行动组罗森联动兑换码 【24小时自动发货】超自然行动组罗森联动兑换码头像框森友同行头套CDK联动活动限定  仅道具兑换码，无实物  商品已设置24小时自动发货，下单直接给兑换码，自助下单～～ 虚拟商品，发货后非商品原因不退不换</a:t>
            </a:r>
          </a:p>
          <a:p>
            <a:pPr>
              <a:defRPr sz="1400"/>
            </a:pPr>
            <a:r>
              <a:t>价格：1    销量/想要：</a:t>
            </a:r>
          </a:p>
          <a:p>
            <a:pPr>
              <a:defRPr sz="1400"/>
            </a:pPr>
            <a:r>
              <a:t>店铺/卖家：游戏兑换码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链接：https://www.goofish.com/item?id=1067135341402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#7  1.87r出【超自然行动组-中华小厨娘】cdk兑换码官方全渠 道可用![火][火]  官方CDK兑换，下单自动秒发兑换码 虚拟商品，付款后立马发[比心][比心]  【注意：如领取失败支持无理由退款】！！ 需要直接拍，链接还在就是还有货</a:t>
            </a:r>
          </a:p>
          <a:p>
            <a:pPr>
              <a:defRPr sz="1400"/>
            </a:pPr>
            <a:r>
              <a:t>价格：1.87    销量/想要：</a:t>
            </a:r>
          </a:p>
          <a:p>
            <a:pPr>
              <a:defRPr sz="1400"/>
            </a:pPr>
            <a:r>
              <a:t>店铺/卖家：爩鱻麤龗灪厵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链接：https://www.goofish.com/item?id=1043438047952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#8  9.9开天宫（纯绿） 【超自然行动组·云南虫谷·开天宫·纯绿】 [绿圆]高质量百人大团，下单开打！ [绿圆]纯绿陪陪，技术有保障 [绿圆]售后超级好！！！有任何问题第一时间解决，绝不拖沓敷衍 [绿圆]内有点群 [闪亮]...</a:t>
            </a:r>
          </a:p>
          <a:p>
            <a:pPr>
              <a:defRPr sz="1400"/>
            </a:pPr>
            <a:r>
              <a:t>价格：9.99    销量/想要：</a:t>
            </a:r>
          </a:p>
          <a:p>
            <a:pPr>
              <a:defRPr sz="1400"/>
            </a:pPr>
            <a:r>
              <a:t>店铺/卖家：超自然行动组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链接：https://www.goofish.com/item?id=1064155671003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#9  游戏【超自然行动组】 [火]最新兑换码 安卓 iOS苹果通用 下单后秒发卡 兑换后游戏内秒到账!  自由无规则可开出：0-10W金砖 铲铲币 999祈愿石 时装 桃木剑 荧光棒 镜生遗梦时装 白光莹时装 水王子时装 罗丽时装限定皮肤圣光之谕 遗失的童话 心跳摇 天使的呼唤 圣心之泪 鱼骨 小雨摇 姬...</a:t>
            </a:r>
          </a:p>
          <a:p>
            <a:pPr>
              <a:defRPr sz="1400"/>
            </a:pPr>
            <a:r>
              <a:t>价格：1    销量/想要：</a:t>
            </a:r>
          </a:p>
          <a:p>
            <a:pPr>
              <a:defRPr sz="1400"/>
            </a:pPr>
            <a:r>
              <a:t>店铺/卖家：最火网游小店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链接：https://www.goofish.com/item?id=1032052911294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#10  【签到免费领】【瑶台梦皮肤兑换码】超自然行动组莉莉限定皮肤+ 同款小兔宠物 1.官方活动，童叟无欺，嫌麻烦别来 2..道具是永久的 3.下单前先咨询客服查询 4.参加完活动填写好自己的区服等待查询结果 5.签到三天可发放，支持领取到道具后再下单 6.通过游戏内邮箱等发送，无套路 7.每人限量领取1个道...</a:t>
            </a:r>
          </a:p>
          <a:p>
            <a:pPr>
              <a:defRPr sz="1400"/>
            </a:pPr>
            <a:r>
              <a:t>价格：2.87    销量/想要：</a:t>
            </a:r>
          </a:p>
          <a:p>
            <a:pPr>
              <a:defRPr sz="1400"/>
            </a:pPr>
            <a:r>
              <a:t>店铺/卖家：海洋星举重川贝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链接：https://www.goofish.com/item?id=1054796031749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#11  【99亿代金】《超自然行动组》成品号+皮肤载具全解锁！ 关键词⚠️：★（成品号）★（皮肤多）★（载具全）★（装扮丰富）  ✓账号皮肤多，载具全，装扮丰富，角色皮肤、员工、珍宝阁装扮齐全 ✓梦居等级高，铲铲币多，装备道具都在，直接登录就能玩 ✓账号稳定不封号，支持全平台互通，可换绑，组队开麦都...</a:t>
            </a:r>
          </a:p>
          <a:p>
            <a:pPr>
              <a:defRPr sz="1400"/>
            </a:pPr>
            <a:r>
              <a:t>价格：13    销量/想要：</a:t>
            </a:r>
          </a:p>
          <a:p>
            <a:pPr>
              <a:defRPr sz="1400"/>
            </a:pPr>
            <a:r>
              <a:t>店铺/卖家：腼腆的椰子蟹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链接：https://www.goofish.com/item?id=1082905588012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#12  超自然行动组（正版内部特权号免费送） ……………………………………&amp;hellip...</a:t>
            </a:r>
          </a:p>
          <a:p>
            <a:pPr>
              <a:defRPr sz="1400"/>
            </a:pPr>
            <a:r>
              <a:t>价格：8.52    销量/想要：</a:t>
            </a:r>
          </a:p>
          <a:p>
            <a:pPr>
              <a:defRPr sz="1400"/>
            </a:pPr>
            <a:r>
              <a:t>店铺/卖家：cokelala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链接：https://www.goofish.com/item?id=1077625559538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#13  超自然行动组莉莉背包陪3r/h全图 摸金装备默认：3额外背包➕扇子➕腰包（传送除颤摸金符） 会卡龙珠/音响  虫谷扇子换琵琶 无麦</a:t>
            </a:r>
          </a:p>
          <a:p>
            <a:pPr>
              <a:defRPr sz="1400"/>
            </a:pPr>
            <a:r>
              <a:t>价格：3    销量/想要：</a:t>
            </a:r>
          </a:p>
          <a:p>
            <a:pPr>
              <a:defRPr sz="1400"/>
            </a:pPr>
            <a:r>
              <a:t>店铺/卖家：JIA宏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链接：https://www.goofish.com/item?id=1009343153318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#14  超自然行动组出号，标价出不刀 超自然行动组出号，标价出不刀 小黄遗失的童话/故宫皮+莉莉情公主 +薇薇安128魔盒+阿念128魔盒/故宫皮 +巫铃儿素影瑶光+爱丽丝故宫皮/丝缕哀歌 小黄耀世9抽 薇薇安耀世6抽 小鲨匕首5抽 小狗蛇点点3抽 现赛季魔盒满级，铲铲币几...</a:t>
            </a:r>
          </a:p>
          <a:p>
            <a:pPr>
              <a:defRPr sz="1400"/>
            </a:pPr>
            <a:r>
              <a:t>价格：2.16    销量/想要：</a:t>
            </a:r>
          </a:p>
          <a:p>
            <a:pPr>
              <a:defRPr sz="1400"/>
            </a:pPr>
            <a:r>
              <a:t>店铺/卖家：北周潜水黑水母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链接：https://www.goofish.com/item?id=1088252144782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#15  超自然行动组50万新大金 随机出一个珠9.9r指定出一个珠15.5r随机两个珠17.9r期间出/雮尘珠/飞天神龙像/九龙九凤冠/祈愿圣杯直接结单 纯绿 可莉莉附身 可上号（上号打会更快）包装备 包损耗</a:t>
            </a:r>
          </a:p>
          <a:p>
            <a:pPr>
              <a:defRPr sz="1400"/>
            </a:pPr>
            <a:r>
              <a:t>价格：9.9    销量/想要：</a:t>
            </a:r>
          </a:p>
          <a:p>
            <a:pPr>
              <a:defRPr sz="1400"/>
            </a:pPr>
            <a:r>
              <a:t>店铺/卖家：羊尾唧唧想要立    发货地：</a:t>
            </a:r>
          </a:p>
          <a:p>
            <a:pPr>
              <a:defRPr sz="1400"/>
            </a:pPr>
            <a:r>
              <a:t>SKU：详情页无SKU区块或需登录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链接：https://www.goofish.com/item?id=1086154139589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