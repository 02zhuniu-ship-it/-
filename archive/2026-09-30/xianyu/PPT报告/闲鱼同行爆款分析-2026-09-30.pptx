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闲鱼同行爆款分析</a:t>
            </a:r>
          </a:p>
          <a:p>
            <a:pPr>
              <a:defRPr sz="1800"/>
            </a:pPr>
            <a:r>
              <a:t>2026-09-30  ·  10 个商品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>
                <a:solidFill>
                  <a:srgbClr val="C06040"/>
                </a:solidFill>
              </a:defRPr>
            </a:pPr>
            <a:r>
              <a:t>* 本页为【演示数据】，仅用于验证链路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  [演示] 闲鱼 超自然行动组摸金陪 同行 1号</a:t>
            </a:r>
          </a:p>
          <a:p>
            <a:pPr>
              <a:defRPr sz="1400"/>
            </a:pPr>
            <a:r>
              <a:t>价格：21.0    销量/想要：20人想要</a:t>
            </a:r>
          </a:p>
          <a:p>
            <a:pPr>
              <a:defRPr sz="1400"/>
            </a:pPr>
            <a:r>
              <a:t>店铺/卖家：卖家1（演示）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#2  [演示] 闲鱼 超自然行动组摸金陪 同行 2号</a:t>
            </a:r>
          </a:p>
          <a:p>
            <a:pPr>
              <a:defRPr sz="1400"/>
            </a:pPr>
            <a:r>
              <a:t>价格：27.0    销量/想要：40人想要</a:t>
            </a:r>
          </a:p>
          <a:p>
            <a:pPr>
              <a:defRPr sz="1400"/>
            </a:pPr>
            <a:r>
              <a:t>店铺/卖家：卖家2（演示）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#3  [演示] 闲鱼 超自然行动组摸金陪 同行 3号</a:t>
            </a:r>
          </a:p>
          <a:p>
            <a:pPr>
              <a:defRPr sz="1400"/>
            </a:pPr>
            <a:r>
              <a:t>价格：33.0    销量/想要：60人想要</a:t>
            </a:r>
          </a:p>
          <a:p>
            <a:pPr>
              <a:defRPr sz="1400"/>
            </a:pPr>
            <a:r>
              <a:t>店铺/卖家：卖家3（演示）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#4  [演示] 闲鱼 超自然行动组 同行 1号</a:t>
            </a:r>
          </a:p>
          <a:p>
            <a:pPr>
              <a:defRPr sz="1400"/>
            </a:pPr>
            <a:r>
              <a:t>价格：21.0    销量/想要：20人想要</a:t>
            </a:r>
          </a:p>
          <a:p>
            <a:pPr>
              <a:defRPr sz="1400"/>
            </a:pPr>
            <a:r>
              <a:t>店铺/卖家：卖家1（演示）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#5  [演示] 闲鱼 超自然行动组 同行 2号</a:t>
            </a:r>
          </a:p>
          <a:p>
            <a:pPr>
              <a:defRPr sz="1400"/>
            </a:pPr>
            <a:r>
              <a:t>价格：27.0    销量/想要：40人想要</a:t>
            </a:r>
          </a:p>
          <a:p>
            <a:pPr>
              <a:defRPr sz="1400"/>
            </a:pPr>
            <a:r>
              <a:t>店铺/卖家：卖家2（演示）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#6  [演示] 闲鱼 超自然行动组 同行 3号</a:t>
            </a:r>
          </a:p>
          <a:p>
            <a:pPr>
              <a:defRPr sz="1400"/>
            </a:pPr>
            <a:r>
              <a:t>价格：33.0    销量/想要：60人想要</a:t>
            </a:r>
          </a:p>
          <a:p>
            <a:pPr>
              <a:defRPr sz="1400"/>
            </a:pPr>
            <a:r>
              <a:t>店铺/卖家：卖家3（演示）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#7  [演示] 闲鱼 摸金陪玩 同行 1号</a:t>
            </a:r>
          </a:p>
          <a:p>
            <a:pPr>
              <a:defRPr sz="1400"/>
            </a:pPr>
            <a:r>
              <a:t>价格：21.0    销量/想要：20人想要</a:t>
            </a:r>
          </a:p>
          <a:p>
            <a:pPr>
              <a:defRPr sz="1400"/>
            </a:pPr>
            <a:r>
              <a:t>店铺/卖家：卖家1（演示）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#8  [演示] 闲鱼 摸金陪玩 同行 2号</a:t>
            </a:r>
          </a:p>
          <a:p>
            <a:pPr>
              <a:defRPr sz="1400"/>
            </a:pPr>
            <a:r>
              <a:t>价格：27.0    销量/想要：40人想要</a:t>
            </a:r>
          </a:p>
          <a:p>
            <a:pPr>
              <a:defRPr sz="1400"/>
            </a:pPr>
            <a:r>
              <a:t>店铺/卖家：卖家2（演示）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#9  [演示] 闲鱼 摸金陪玩 同行 3号</a:t>
            </a:r>
          </a:p>
          <a:p>
            <a:pPr>
              <a:defRPr sz="1400"/>
            </a:pPr>
            <a:r>
              <a:t>价格：33.0    销量/想要：60人想要</a:t>
            </a:r>
          </a:p>
          <a:p>
            <a:pPr>
              <a:defRPr sz="1400"/>
            </a:pPr>
            <a:r>
              <a:t>店铺/卖家：卖家3（演示）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#10  [演示] 闲鱼 超自然摸金陪 同行 1号</a:t>
            </a:r>
          </a:p>
          <a:p>
            <a:pPr>
              <a:defRPr sz="1400"/>
            </a:pPr>
            <a:r>
              <a:t>价格：21.0    销量/想要：20人想要</a:t>
            </a:r>
          </a:p>
          <a:p>
            <a:pPr>
              <a:defRPr sz="1400"/>
            </a:pPr>
            <a:r>
              <a:t>店铺/卖家：卖家1（演示）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