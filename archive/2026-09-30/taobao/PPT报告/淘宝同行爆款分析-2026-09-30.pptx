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淘宝同行爆款分析</a:t>
            </a:r>
          </a:p>
          <a:p>
            <a:pPr>
              <a:defRPr sz="1800"/>
            </a:pPr>
            <a:r>
              <a:t>2026-09-30  ·  10 个商品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C06040"/>
                </a:solidFill>
              </a:defRPr>
            </a:pPr>
            <a:r>
              <a:t>* 本页为【演示数据】，仅用于验证链路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[演示] 超自然行动组摸金陪 同行款 1号 摸金陪玩装备</a:t>
            </a:r>
          </a:p>
          <a:p>
            <a:pPr>
              <a:defRPr sz="1400"/>
            </a:pPr>
            <a:r>
              <a:t>价格：14.9    销量/想要：100</a:t>
            </a:r>
          </a:p>
          <a:p>
            <a:pPr>
              <a:defRPr sz="1400"/>
            </a:pPr>
            <a:r>
              <a:t>店铺/卖家：演示店铺1    发货地：浙江杭州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卖点：装备包撤离、首单免费</a:t>
            </a:r>
          </a:p>
          <a:p>
            <a:pPr>
              <a:defRPr sz="1400"/>
            </a:pPr>
            <a:r>
              <a:t>链接：https://example.invalid/demo/taobao/1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[演示] 超自然行动组摸金陪 同行款 2号 摸金陪玩装备</a:t>
            </a:r>
          </a:p>
          <a:p>
            <a:pPr>
              <a:defRPr sz="1400"/>
            </a:pPr>
            <a:r>
              <a:t>价格：19.9    销量/想要：200</a:t>
            </a:r>
          </a:p>
          <a:p>
            <a:pPr>
              <a:defRPr sz="1400"/>
            </a:pPr>
            <a:r>
              <a:t>店铺/卖家：演示店铺2    发货地：浙江杭州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卖点：装备包撤离、首单免费</a:t>
            </a:r>
          </a:p>
          <a:p>
            <a:pPr>
              <a:defRPr sz="1400"/>
            </a:pPr>
            <a:r>
              <a:t>链接：https://example.invalid/demo/taobao/2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[演示] 超自然行动组摸金陪 同行款 3号 摸金陪玩装备</a:t>
            </a:r>
          </a:p>
          <a:p>
            <a:pPr>
              <a:defRPr sz="1400"/>
            </a:pPr>
            <a:r>
              <a:t>价格：24.9    销量/想要：300</a:t>
            </a:r>
          </a:p>
          <a:p>
            <a:pPr>
              <a:defRPr sz="1400"/>
            </a:pPr>
            <a:r>
              <a:t>店铺/卖家：演示店铺3    发货地：浙江杭州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卖点：装备包撤离、首单免费</a:t>
            </a:r>
          </a:p>
          <a:p>
            <a:pPr>
              <a:defRPr sz="1400"/>
            </a:pPr>
            <a:r>
              <a:t>链接：https://example.invalid/demo/taobao/3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[演示] 超自然行动组陪玩 同行款 1号 摸金陪玩装备</a:t>
            </a:r>
          </a:p>
          <a:p>
            <a:pPr>
              <a:defRPr sz="1400"/>
            </a:pPr>
            <a:r>
              <a:t>价格：14.9    销量/想要：100</a:t>
            </a:r>
          </a:p>
          <a:p>
            <a:pPr>
              <a:defRPr sz="1400"/>
            </a:pPr>
            <a:r>
              <a:t>店铺/卖家：演示店铺1    发货地：浙江杭州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卖点：装备包撤离、首单免费</a:t>
            </a:r>
          </a:p>
          <a:p>
            <a:pPr>
              <a:defRPr sz="1400"/>
            </a:pPr>
            <a:r>
              <a:t>链接：https://example.invalid/demo/taobao/4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[演示] 超自然行动组陪玩 同行款 2号 摸金陪玩装备</a:t>
            </a:r>
          </a:p>
          <a:p>
            <a:pPr>
              <a:defRPr sz="1400"/>
            </a:pPr>
            <a:r>
              <a:t>价格：19.9    销量/想要：200</a:t>
            </a:r>
          </a:p>
          <a:p>
            <a:pPr>
              <a:defRPr sz="1400"/>
            </a:pPr>
            <a:r>
              <a:t>店铺/卖家：演示店铺2    发货地：浙江杭州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卖点：装备包撤离、首单免费</a:t>
            </a:r>
          </a:p>
          <a:p>
            <a:pPr>
              <a:defRPr sz="1400"/>
            </a:pPr>
            <a:r>
              <a:t>链接：https://example.invalid/demo/taobao/5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[演示] 超自然行动组陪玩 同行款 3号 摸金陪玩装备</a:t>
            </a:r>
          </a:p>
          <a:p>
            <a:pPr>
              <a:defRPr sz="1400"/>
            </a:pPr>
            <a:r>
              <a:t>价格：24.9    销量/想要：300</a:t>
            </a:r>
          </a:p>
          <a:p>
            <a:pPr>
              <a:defRPr sz="1400"/>
            </a:pPr>
            <a:r>
              <a:t>店铺/卖家：演示店铺3    发货地：浙江杭州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卖点：装备包撤离、首单免费</a:t>
            </a:r>
          </a:p>
          <a:p>
            <a:pPr>
              <a:defRPr sz="1400"/>
            </a:pPr>
            <a:r>
              <a:t>链接：https://example.invalid/demo/taobao/6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[演示] 摸金陪玩 同行款 1号 摸金陪玩装备</a:t>
            </a:r>
          </a:p>
          <a:p>
            <a:pPr>
              <a:defRPr sz="1400"/>
            </a:pPr>
            <a:r>
              <a:t>价格：14.9    销量/想要：100</a:t>
            </a:r>
          </a:p>
          <a:p>
            <a:pPr>
              <a:defRPr sz="1400"/>
            </a:pPr>
            <a:r>
              <a:t>店铺/卖家：演示店铺1    发货地：浙江杭州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卖点：装备包撤离、首单免费</a:t>
            </a:r>
          </a:p>
          <a:p>
            <a:pPr>
              <a:defRPr sz="1400"/>
            </a:pPr>
            <a:r>
              <a:t>链接：https://example.invalid/demo/taobao/7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[演示] 摸金陪玩 同行款 2号 摸金陪玩装备</a:t>
            </a:r>
          </a:p>
          <a:p>
            <a:pPr>
              <a:defRPr sz="1400"/>
            </a:pPr>
            <a:r>
              <a:t>价格：19.9    销量/想要：200</a:t>
            </a:r>
          </a:p>
          <a:p>
            <a:pPr>
              <a:defRPr sz="1400"/>
            </a:pPr>
            <a:r>
              <a:t>店铺/卖家：演示店铺2    发货地：浙江杭州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卖点：装备包撤离、首单免费</a:t>
            </a:r>
          </a:p>
          <a:p>
            <a:pPr>
              <a:defRPr sz="1400"/>
            </a:pPr>
            <a:r>
              <a:t>链接：https://example.invalid/demo/taobao/8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[演示] 摸金陪玩 同行款 3号 摸金陪玩装备</a:t>
            </a:r>
          </a:p>
          <a:p>
            <a:pPr>
              <a:defRPr sz="1400"/>
            </a:pPr>
            <a:r>
              <a:t>价格：24.9    销量/想要：300</a:t>
            </a:r>
          </a:p>
          <a:p>
            <a:pPr>
              <a:defRPr sz="1400"/>
            </a:pPr>
            <a:r>
              <a:t>店铺/卖家：演示店铺3    发货地：浙江杭州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卖点：装备包撤离、首单免费</a:t>
            </a:r>
          </a:p>
          <a:p>
            <a:pPr>
              <a:defRPr sz="1400"/>
            </a:pPr>
            <a:r>
              <a:t>链接：https://example.invalid/demo/taobao/9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[演示] 超自然行动组 同行款 1号 摸金陪玩装备</a:t>
            </a:r>
          </a:p>
          <a:p>
            <a:pPr>
              <a:defRPr sz="1400"/>
            </a:pPr>
            <a:r>
              <a:t>价格：14.9    销量/想要：100</a:t>
            </a:r>
          </a:p>
          <a:p>
            <a:pPr>
              <a:defRPr sz="1400"/>
            </a:pPr>
            <a:r>
              <a:t>店铺/卖家：演示店铺1    发货地：浙江杭州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卖点：装备包撤离、首单免费</a:t>
            </a:r>
          </a:p>
          <a:p>
            <a:pPr>
              <a:defRPr sz="1400"/>
            </a:pPr>
            <a:r>
              <a:t>链接：https://example.invalid/demo/taobao/10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